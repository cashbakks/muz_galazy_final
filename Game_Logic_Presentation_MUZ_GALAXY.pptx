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2454B1-0E92-4850-AAB7-2D391EF81FF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B938B1A-2D40-4338-81EF-ACAD798A9E54}">
      <dgm:prSet/>
      <dgm:spPr/>
      <dgm:t>
        <a:bodyPr/>
        <a:lstStyle/>
        <a:p>
          <a:r>
            <a:rPr lang="en-US"/>
            <a:t>Player controls a third-person character that moves, jumps and sprints through the level.</a:t>
          </a:r>
        </a:p>
      </dgm:t>
    </dgm:pt>
    <dgm:pt modelId="{9D338595-EA6E-4AAA-B83F-8B6886275CB7}" type="parTrans" cxnId="{CF4A1F5C-D056-442E-ACB1-E2C0C2668586}">
      <dgm:prSet/>
      <dgm:spPr/>
      <dgm:t>
        <a:bodyPr/>
        <a:lstStyle/>
        <a:p>
          <a:endParaRPr lang="en-US"/>
        </a:p>
      </dgm:t>
    </dgm:pt>
    <dgm:pt modelId="{9F59D753-426D-4489-838B-B42B978F4F6B}" type="sibTrans" cxnId="{CF4A1F5C-D056-442E-ACB1-E2C0C2668586}">
      <dgm:prSet/>
      <dgm:spPr/>
      <dgm:t>
        <a:bodyPr/>
        <a:lstStyle/>
        <a:p>
          <a:endParaRPr lang="en-US"/>
        </a:p>
      </dgm:t>
    </dgm:pt>
    <dgm:pt modelId="{F063F554-FA30-42CA-A9BC-FCBB2701BEB1}">
      <dgm:prSet/>
      <dgm:spPr/>
      <dgm:t>
        <a:bodyPr/>
        <a:lstStyle/>
        <a:p>
          <a:r>
            <a:rPr lang="en-US"/>
            <a:t>Enemies (Shark and Dinosaur) create dynamic danger zones the player must avoid.</a:t>
          </a:r>
        </a:p>
      </dgm:t>
    </dgm:pt>
    <dgm:pt modelId="{B1605783-D0B8-4B3F-9C8A-3DE353346F45}" type="parTrans" cxnId="{C04AE42E-F62D-483D-A6D5-3B2E09BF6537}">
      <dgm:prSet/>
      <dgm:spPr/>
      <dgm:t>
        <a:bodyPr/>
        <a:lstStyle/>
        <a:p>
          <a:endParaRPr lang="en-US"/>
        </a:p>
      </dgm:t>
    </dgm:pt>
    <dgm:pt modelId="{CAEEBEA7-CC21-46C6-8C9D-C461C1337A73}" type="sibTrans" cxnId="{C04AE42E-F62D-483D-A6D5-3B2E09BF6537}">
      <dgm:prSet/>
      <dgm:spPr/>
      <dgm:t>
        <a:bodyPr/>
        <a:lstStyle/>
        <a:p>
          <a:endParaRPr lang="en-US"/>
        </a:p>
      </dgm:t>
    </dgm:pt>
    <dgm:pt modelId="{363D0B52-F419-42F6-BB34-30177B7EC652}">
      <dgm:prSet/>
      <dgm:spPr/>
      <dgm:t>
        <a:bodyPr/>
        <a:lstStyle/>
        <a:p>
          <a:r>
            <a:rPr lang="en-US"/>
            <a:t>Dinosaur periodically fires homing rockets that track the player.</a:t>
          </a:r>
        </a:p>
      </dgm:t>
    </dgm:pt>
    <dgm:pt modelId="{B9CC7343-9DF2-4B3E-A0AE-61943CD7D560}" type="parTrans" cxnId="{F36F840D-A828-4C18-A674-17E888D1288E}">
      <dgm:prSet/>
      <dgm:spPr/>
      <dgm:t>
        <a:bodyPr/>
        <a:lstStyle/>
        <a:p>
          <a:endParaRPr lang="en-US"/>
        </a:p>
      </dgm:t>
    </dgm:pt>
    <dgm:pt modelId="{96202918-6100-4BF4-A626-08BA4D8994F2}" type="sibTrans" cxnId="{F36F840D-A828-4C18-A674-17E888D1288E}">
      <dgm:prSet/>
      <dgm:spPr/>
      <dgm:t>
        <a:bodyPr/>
        <a:lstStyle/>
        <a:p>
          <a:endParaRPr lang="en-US"/>
        </a:p>
      </dgm:t>
    </dgm:pt>
    <dgm:pt modelId="{00CBDA09-D87D-4D78-A59C-B2A2130A8A31}">
      <dgm:prSet/>
      <dgm:spPr/>
      <dgm:t>
        <a:bodyPr/>
        <a:lstStyle/>
        <a:p>
          <a:r>
            <a:rPr lang="en-US"/>
            <a:t>All damage to the player goes through a single HealthSystem, updating UI and VFX/SFX.</a:t>
          </a:r>
        </a:p>
      </dgm:t>
    </dgm:pt>
    <dgm:pt modelId="{823BFAA3-1E12-4F42-9309-2508E2AE9B3B}" type="parTrans" cxnId="{24FA4763-ACE0-4C5D-A8BF-2E16B61C689D}">
      <dgm:prSet/>
      <dgm:spPr/>
      <dgm:t>
        <a:bodyPr/>
        <a:lstStyle/>
        <a:p>
          <a:endParaRPr lang="en-US"/>
        </a:p>
      </dgm:t>
    </dgm:pt>
    <dgm:pt modelId="{4527051D-8ECD-4EDC-A5D9-1F32EEA6A042}" type="sibTrans" cxnId="{24FA4763-ACE0-4C5D-A8BF-2E16B61C689D}">
      <dgm:prSet/>
      <dgm:spPr/>
      <dgm:t>
        <a:bodyPr/>
        <a:lstStyle/>
        <a:p>
          <a:endParaRPr lang="en-US"/>
        </a:p>
      </dgm:t>
    </dgm:pt>
    <dgm:pt modelId="{10655176-3287-4EC6-B6FD-8BD14F414584}">
      <dgm:prSet/>
      <dgm:spPr/>
      <dgm:t>
        <a:bodyPr/>
        <a:lstStyle/>
        <a:p>
          <a:r>
            <a:rPr lang="en-US"/>
            <a:t>Death and regeneration are centralized, making it easy to balance and expand gameplay.</a:t>
          </a:r>
        </a:p>
      </dgm:t>
    </dgm:pt>
    <dgm:pt modelId="{D3BFF9D6-B78F-4B57-A07C-FDDCE7C2B2EA}" type="parTrans" cxnId="{6F42920E-38DB-4ABE-9BA7-6042034F069C}">
      <dgm:prSet/>
      <dgm:spPr/>
      <dgm:t>
        <a:bodyPr/>
        <a:lstStyle/>
        <a:p>
          <a:endParaRPr lang="en-US"/>
        </a:p>
      </dgm:t>
    </dgm:pt>
    <dgm:pt modelId="{4A199E4C-E2BF-48AA-97A4-73AD8881E4C3}" type="sibTrans" cxnId="{6F42920E-38DB-4ABE-9BA7-6042034F069C}">
      <dgm:prSet/>
      <dgm:spPr/>
      <dgm:t>
        <a:bodyPr/>
        <a:lstStyle/>
        <a:p>
          <a:endParaRPr lang="en-US"/>
        </a:p>
      </dgm:t>
    </dgm:pt>
    <dgm:pt modelId="{C80E1500-7C0C-4B08-AC8E-6F6B31451D72}" type="pres">
      <dgm:prSet presAssocID="{AE2454B1-0E92-4850-AAB7-2D391EF81FF5}" presName="root" presStyleCnt="0">
        <dgm:presLayoutVars>
          <dgm:dir/>
          <dgm:resizeHandles val="exact"/>
        </dgm:presLayoutVars>
      </dgm:prSet>
      <dgm:spPr/>
    </dgm:pt>
    <dgm:pt modelId="{C915CB27-727E-4C82-93B2-6B8737323F32}" type="pres">
      <dgm:prSet presAssocID="{AE2454B1-0E92-4850-AAB7-2D391EF81FF5}" presName="container" presStyleCnt="0">
        <dgm:presLayoutVars>
          <dgm:dir/>
          <dgm:resizeHandles val="exact"/>
        </dgm:presLayoutVars>
      </dgm:prSet>
      <dgm:spPr/>
    </dgm:pt>
    <dgm:pt modelId="{B94EB5EC-CBDC-42C9-8528-23EDF75C32B8}" type="pres">
      <dgm:prSet presAssocID="{4B938B1A-2D40-4338-81EF-ACAD798A9E54}" presName="compNode" presStyleCnt="0"/>
      <dgm:spPr/>
    </dgm:pt>
    <dgm:pt modelId="{3D114E11-68F4-4720-B6F8-D1E67C683625}" type="pres">
      <dgm:prSet presAssocID="{4B938B1A-2D40-4338-81EF-ACAD798A9E54}" presName="iconBgRect" presStyleLbl="bgShp" presStyleIdx="0" presStyleCnt="5"/>
      <dgm:spPr/>
    </dgm:pt>
    <dgm:pt modelId="{6FE23AB9-32A7-4F9C-AF6E-BB27F0A7732C}" type="pres">
      <dgm:prSet presAssocID="{4B938B1A-2D40-4338-81EF-ACAD798A9E5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Выполнить"/>
        </a:ext>
      </dgm:extLst>
    </dgm:pt>
    <dgm:pt modelId="{DC668077-2F3C-4F28-B5AD-C85054CDB359}" type="pres">
      <dgm:prSet presAssocID="{4B938B1A-2D40-4338-81EF-ACAD798A9E54}" presName="spaceRect" presStyleCnt="0"/>
      <dgm:spPr/>
    </dgm:pt>
    <dgm:pt modelId="{17E13E35-51C1-4E80-8B94-093EE4FABA7D}" type="pres">
      <dgm:prSet presAssocID="{4B938B1A-2D40-4338-81EF-ACAD798A9E54}" presName="textRect" presStyleLbl="revTx" presStyleIdx="0" presStyleCnt="5">
        <dgm:presLayoutVars>
          <dgm:chMax val="1"/>
          <dgm:chPref val="1"/>
        </dgm:presLayoutVars>
      </dgm:prSet>
      <dgm:spPr/>
    </dgm:pt>
    <dgm:pt modelId="{7D58D341-073A-4A5D-8800-5889477AF14B}" type="pres">
      <dgm:prSet presAssocID="{9F59D753-426D-4489-838B-B42B978F4F6B}" presName="sibTrans" presStyleLbl="sibTrans2D1" presStyleIdx="0" presStyleCnt="0"/>
      <dgm:spPr/>
    </dgm:pt>
    <dgm:pt modelId="{4DE109B5-64E9-4680-9D89-4B6A96C48AEE}" type="pres">
      <dgm:prSet presAssocID="{F063F554-FA30-42CA-A9BC-FCBB2701BEB1}" presName="compNode" presStyleCnt="0"/>
      <dgm:spPr/>
    </dgm:pt>
    <dgm:pt modelId="{3CB778DD-235F-4995-AEA6-F4100ADC3263}" type="pres">
      <dgm:prSet presAssocID="{F063F554-FA30-42CA-A9BC-FCBB2701BEB1}" presName="iconBgRect" presStyleLbl="bgShp" presStyleIdx="1" presStyleCnt="5"/>
      <dgm:spPr/>
    </dgm:pt>
    <dgm:pt modelId="{C94A675E-5F14-49F3-A568-8EE69FA72444}" type="pres">
      <dgm:prSet presAssocID="{F063F554-FA30-42CA-A9BC-FCBB2701BEB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Акула"/>
        </a:ext>
      </dgm:extLst>
    </dgm:pt>
    <dgm:pt modelId="{17C71ED6-83AA-49E6-9A48-C64A33668D02}" type="pres">
      <dgm:prSet presAssocID="{F063F554-FA30-42CA-A9BC-FCBB2701BEB1}" presName="spaceRect" presStyleCnt="0"/>
      <dgm:spPr/>
    </dgm:pt>
    <dgm:pt modelId="{E34D733D-6878-4BF1-A526-31631B09181A}" type="pres">
      <dgm:prSet presAssocID="{F063F554-FA30-42CA-A9BC-FCBB2701BEB1}" presName="textRect" presStyleLbl="revTx" presStyleIdx="1" presStyleCnt="5">
        <dgm:presLayoutVars>
          <dgm:chMax val="1"/>
          <dgm:chPref val="1"/>
        </dgm:presLayoutVars>
      </dgm:prSet>
      <dgm:spPr/>
    </dgm:pt>
    <dgm:pt modelId="{8C46E1DE-8C40-43D0-983B-C82D6CC9FC45}" type="pres">
      <dgm:prSet presAssocID="{CAEEBEA7-CC21-46C6-8C9D-C461C1337A73}" presName="sibTrans" presStyleLbl="sibTrans2D1" presStyleIdx="0" presStyleCnt="0"/>
      <dgm:spPr/>
    </dgm:pt>
    <dgm:pt modelId="{92123505-A5F2-4224-A2A9-4B3EB872AB40}" type="pres">
      <dgm:prSet presAssocID="{363D0B52-F419-42F6-BB34-30177B7EC652}" presName="compNode" presStyleCnt="0"/>
      <dgm:spPr/>
    </dgm:pt>
    <dgm:pt modelId="{863FD89B-4A5E-414C-8AE9-A8A74A5316A9}" type="pres">
      <dgm:prSet presAssocID="{363D0B52-F419-42F6-BB34-30177B7EC652}" presName="iconBgRect" presStyleLbl="bgShp" presStyleIdx="2" presStyleCnt="5"/>
      <dgm:spPr/>
    </dgm:pt>
    <dgm:pt modelId="{639C04E6-388E-49D5-B368-EF99F5E43438}" type="pres">
      <dgm:prSet presAssocID="{363D0B52-F419-42F6-BB34-30177B7EC6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мета"/>
        </a:ext>
      </dgm:extLst>
    </dgm:pt>
    <dgm:pt modelId="{C9FDB198-FAAC-43C4-82C4-E30430839C14}" type="pres">
      <dgm:prSet presAssocID="{363D0B52-F419-42F6-BB34-30177B7EC652}" presName="spaceRect" presStyleCnt="0"/>
      <dgm:spPr/>
    </dgm:pt>
    <dgm:pt modelId="{683FB629-F197-4193-80D7-5B370587619D}" type="pres">
      <dgm:prSet presAssocID="{363D0B52-F419-42F6-BB34-30177B7EC652}" presName="textRect" presStyleLbl="revTx" presStyleIdx="2" presStyleCnt="5">
        <dgm:presLayoutVars>
          <dgm:chMax val="1"/>
          <dgm:chPref val="1"/>
        </dgm:presLayoutVars>
      </dgm:prSet>
      <dgm:spPr/>
    </dgm:pt>
    <dgm:pt modelId="{E41DF24E-D440-4EB5-970E-66BD12EF293F}" type="pres">
      <dgm:prSet presAssocID="{96202918-6100-4BF4-A626-08BA4D8994F2}" presName="sibTrans" presStyleLbl="sibTrans2D1" presStyleIdx="0" presStyleCnt="0"/>
      <dgm:spPr/>
    </dgm:pt>
    <dgm:pt modelId="{F389CCA0-431D-4161-A98C-24179B0D4EF1}" type="pres">
      <dgm:prSet presAssocID="{00CBDA09-D87D-4D78-A59C-B2A2130A8A31}" presName="compNode" presStyleCnt="0"/>
      <dgm:spPr/>
    </dgm:pt>
    <dgm:pt modelId="{D5F76FE4-B2C2-486A-AF66-3861E5062929}" type="pres">
      <dgm:prSet presAssocID="{00CBDA09-D87D-4D78-A59C-B2A2130A8A31}" presName="iconBgRect" presStyleLbl="bgShp" presStyleIdx="3" presStyleCnt="5"/>
      <dgm:spPr/>
    </dgm:pt>
    <dgm:pt modelId="{77BD20E7-44AA-406B-9A5A-883C16003E17}" type="pres">
      <dgm:prSet presAssocID="{00CBDA09-D87D-4D78-A59C-B2A2130A8A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A0BFFC2-4A7C-46BA-9CD7-B4EBD51F53DF}" type="pres">
      <dgm:prSet presAssocID="{00CBDA09-D87D-4D78-A59C-B2A2130A8A31}" presName="spaceRect" presStyleCnt="0"/>
      <dgm:spPr/>
    </dgm:pt>
    <dgm:pt modelId="{0EF0A14B-81E8-4E62-BF60-857081C98A0F}" type="pres">
      <dgm:prSet presAssocID="{00CBDA09-D87D-4D78-A59C-B2A2130A8A31}" presName="textRect" presStyleLbl="revTx" presStyleIdx="3" presStyleCnt="5">
        <dgm:presLayoutVars>
          <dgm:chMax val="1"/>
          <dgm:chPref val="1"/>
        </dgm:presLayoutVars>
      </dgm:prSet>
      <dgm:spPr/>
    </dgm:pt>
    <dgm:pt modelId="{D479B7A9-9B7F-4815-92E7-4BED64F7AE5C}" type="pres">
      <dgm:prSet presAssocID="{4527051D-8ECD-4EDC-A5D9-1F32EEA6A042}" presName="sibTrans" presStyleLbl="sibTrans2D1" presStyleIdx="0" presStyleCnt="0"/>
      <dgm:spPr/>
    </dgm:pt>
    <dgm:pt modelId="{CF4A356A-02F6-48CD-8E73-C40EAC275BFB}" type="pres">
      <dgm:prSet presAssocID="{10655176-3287-4EC6-B6FD-8BD14F414584}" presName="compNode" presStyleCnt="0"/>
      <dgm:spPr/>
    </dgm:pt>
    <dgm:pt modelId="{C400FE01-27C7-4490-B4DC-B06A07F5A485}" type="pres">
      <dgm:prSet presAssocID="{10655176-3287-4EC6-B6FD-8BD14F414584}" presName="iconBgRect" presStyleLbl="bgShp" presStyleIdx="4" presStyleCnt="5"/>
      <dgm:spPr/>
    </dgm:pt>
    <dgm:pt modelId="{8991CEE7-E2E4-4338-BB7A-217D10E9CC7E}" type="pres">
      <dgm:prSet presAssocID="{10655176-3287-4EC6-B6FD-8BD14F4145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Нет подключения"/>
        </a:ext>
      </dgm:extLst>
    </dgm:pt>
    <dgm:pt modelId="{35F2C186-1325-46DB-B758-5E8978188147}" type="pres">
      <dgm:prSet presAssocID="{10655176-3287-4EC6-B6FD-8BD14F414584}" presName="spaceRect" presStyleCnt="0"/>
      <dgm:spPr/>
    </dgm:pt>
    <dgm:pt modelId="{B778CF55-0BEE-4679-BFBB-29389481611A}" type="pres">
      <dgm:prSet presAssocID="{10655176-3287-4EC6-B6FD-8BD14F41458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36F840D-A828-4C18-A674-17E888D1288E}" srcId="{AE2454B1-0E92-4850-AAB7-2D391EF81FF5}" destId="{363D0B52-F419-42F6-BB34-30177B7EC652}" srcOrd="2" destOrd="0" parTransId="{B9CC7343-9DF2-4B3E-A0AE-61943CD7D560}" sibTransId="{96202918-6100-4BF4-A626-08BA4D8994F2}"/>
    <dgm:cxn modelId="{6F42920E-38DB-4ABE-9BA7-6042034F069C}" srcId="{AE2454B1-0E92-4850-AAB7-2D391EF81FF5}" destId="{10655176-3287-4EC6-B6FD-8BD14F414584}" srcOrd="4" destOrd="0" parTransId="{D3BFF9D6-B78F-4B57-A07C-FDDCE7C2B2EA}" sibTransId="{4A199E4C-E2BF-48AA-97A4-73AD8881E4C3}"/>
    <dgm:cxn modelId="{6E876618-967C-4698-B5AD-AF8A539761DD}" type="presOf" srcId="{4B938B1A-2D40-4338-81EF-ACAD798A9E54}" destId="{17E13E35-51C1-4E80-8B94-093EE4FABA7D}" srcOrd="0" destOrd="0" presId="urn:microsoft.com/office/officeart/2018/2/layout/IconCircleList"/>
    <dgm:cxn modelId="{C04AE42E-F62D-483D-A6D5-3B2E09BF6537}" srcId="{AE2454B1-0E92-4850-AAB7-2D391EF81FF5}" destId="{F063F554-FA30-42CA-A9BC-FCBB2701BEB1}" srcOrd="1" destOrd="0" parTransId="{B1605783-D0B8-4B3F-9C8A-3DE353346F45}" sibTransId="{CAEEBEA7-CC21-46C6-8C9D-C461C1337A73}"/>
    <dgm:cxn modelId="{91B48D5B-3DF9-4F14-A359-BD48D47F34D1}" type="presOf" srcId="{96202918-6100-4BF4-A626-08BA4D8994F2}" destId="{E41DF24E-D440-4EB5-970E-66BD12EF293F}" srcOrd="0" destOrd="0" presId="urn:microsoft.com/office/officeart/2018/2/layout/IconCircleList"/>
    <dgm:cxn modelId="{CF4A1F5C-D056-442E-ACB1-E2C0C2668586}" srcId="{AE2454B1-0E92-4850-AAB7-2D391EF81FF5}" destId="{4B938B1A-2D40-4338-81EF-ACAD798A9E54}" srcOrd="0" destOrd="0" parTransId="{9D338595-EA6E-4AAA-B83F-8B6886275CB7}" sibTransId="{9F59D753-426D-4489-838B-B42B978F4F6B}"/>
    <dgm:cxn modelId="{24FA4763-ACE0-4C5D-A8BF-2E16B61C689D}" srcId="{AE2454B1-0E92-4850-AAB7-2D391EF81FF5}" destId="{00CBDA09-D87D-4D78-A59C-B2A2130A8A31}" srcOrd="3" destOrd="0" parTransId="{823BFAA3-1E12-4F42-9309-2508E2AE9B3B}" sibTransId="{4527051D-8ECD-4EDC-A5D9-1F32EEA6A042}"/>
    <dgm:cxn modelId="{6D299264-5B35-4188-A919-C8315B60F662}" type="presOf" srcId="{363D0B52-F419-42F6-BB34-30177B7EC652}" destId="{683FB629-F197-4193-80D7-5B370587619D}" srcOrd="0" destOrd="0" presId="urn:microsoft.com/office/officeart/2018/2/layout/IconCircleList"/>
    <dgm:cxn modelId="{DDC7D46D-1685-48FC-99F8-447E41BBC18C}" type="presOf" srcId="{10655176-3287-4EC6-B6FD-8BD14F414584}" destId="{B778CF55-0BEE-4679-BFBB-29389481611A}" srcOrd="0" destOrd="0" presId="urn:microsoft.com/office/officeart/2018/2/layout/IconCircleList"/>
    <dgm:cxn modelId="{1A4A0159-AC71-47D0-A24C-5952DBCFC981}" type="presOf" srcId="{CAEEBEA7-CC21-46C6-8C9D-C461C1337A73}" destId="{8C46E1DE-8C40-43D0-983B-C82D6CC9FC45}" srcOrd="0" destOrd="0" presId="urn:microsoft.com/office/officeart/2018/2/layout/IconCircleList"/>
    <dgm:cxn modelId="{3546588C-B840-4E5F-803C-C87D22FC6AF6}" type="presOf" srcId="{4527051D-8ECD-4EDC-A5D9-1F32EEA6A042}" destId="{D479B7A9-9B7F-4815-92E7-4BED64F7AE5C}" srcOrd="0" destOrd="0" presId="urn:microsoft.com/office/officeart/2018/2/layout/IconCircleList"/>
    <dgm:cxn modelId="{136546C1-F496-42E1-A8CA-7A12DB8356AE}" type="presOf" srcId="{9F59D753-426D-4489-838B-B42B978F4F6B}" destId="{7D58D341-073A-4A5D-8800-5889477AF14B}" srcOrd="0" destOrd="0" presId="urn:microsoft.com/office/officeart/2018/2/layout/IconCircleList"/>
    <dgm:cxn modelId="{70A387CA-2DDF-485E-857E-65C9E9D568BD}" type="presOf" srcId="{AE2454B1-0E92-4850-AAB7-2D391EF81FF5}" destId="{C80E1500-7C0C-4B08-AC8E-6F6B31451D72}" srcOrd="0" destOrd="0" presId="urn:microsoft.com/office/officeart/2018/2/layout/IconCircleList"/>
    <dgm:cxn modelId="{574C4DCE-58BC-4787-A7A6-FADC5F9BD237}" type="presOf" srcId="{00CBDA09-D87D-4D78-A59C-B2A2130A8A31}" destId="{0EF0A14B-81E8-4E62-BF60-857081C98A0F}" srcOrd="0" destOrd="0" presId="urn:microsoft.com/office/officeart/2018/2/layout/IconCircleList"/>
    <dgm:cxn modelId="{C71F14FB-EF1B-48E2-8FAC-046F0D06F263}" type="presOf" srcId="{F063F554-FA30-42CA-A9BC-FCBB2701BEB1}" destId="{E34D733D-6878-4BF1-A526-31631B09181A}" srcOrd="0" destOrd="0" presId="urn:microsoft.com/office/officeart/2018/2/layout/IconCircleList"/>
    <dgm:cxn modelId="{BD51A5FC-D900-47C7-B9AB-B368F9E39F2C}" type="presParOf" srcId="{C80E1500-7C0C-4B08-AC8E-6F6B31451D72}" destId="{C915CB27-727E-4C82-93B2-6B8737323F32}" srcOrd="0" destOrd="0" presId="urn:microsoft.com/office/officeart/2018/2/layout/IconCircleList"/>
    <dgm:cxn modelId="{8C32C9B1-819A-47F8-9344-14A5275F638F}" type="presParOf" srcId="{C915CB27-727E-4C82-93B2-6B8737323F32}" destId="{B94EB5EC-CBDC-42C9-8528-23EDF75C32B8}" srcOrd="0" destOrd="0" presId="urn:microsoft.com/office/officeart/2018/2/layout/IconCircleList"/>
    <dgm:cxn modelId="{ACF80565-19BD-4285-B84B-23EFEFBACC7E}" type="presParOf" srcId="{B94EB5EC-CBDC-42C9-8528-23EDF75C32B8}" destId="{3D114E11-68F4-4720-B6F8-D1E67C683625}" srcOrd="0" destOrd="0" presId="urn:microsoft.com/office/officeart/2018/2/layout/IconCircleList"/>
    <dgm:cxn modelId="{E8F94F7F-F330-4249-9F42-DE7078C84F34}" type="presParOf" srcId="{B94EB5EC-CBDC-42C9-8528-23EDF75C32B8}" destId="{6FE23AB9-32A7-4F9C-AF6E-BB27F0A7732C}" srcOrd="1" destOrd="0" presId="urn:microsoft.com/office/officeart/2018/2/layout/IconCircleList"/>
    <dgm:cxn modelId="{6F7DD443-4B07-4D2A-851B-8D166164C483}" type="presParOf" srcId="{B94EB5EC-CBDC-42C9-8528-23EDF75C32B8}" destId="{DC668077-2F3C-4F28-B5AD-C85054CDB359}" srcOrd="2" destOrd="0" presId="urn:microsoft.com/office/officeart/2018/2/layout/IconCircleList"/>
    <dgm:cxn modelId="{B6B778FD-2E11-4A19-831B-B3921663B036}" type="presParOf" srcId="{B94EB5EC-CBDC-42C9-8528-23EDF75C32B8}" destId="{17E13E35-51C1-4E80-8B94-093EE4FABA7D}" srcOrd="3" destOrd="0" presId="urn:microsoft.com/office/officeart/2018/2/layout/IconCircleList"/>
    <dgm:cxn modelId="{2BCFEF7B-A3B7-4A22-9F70-4C0005B60910}" type="presParOf" srcId="{C915CB27-727E-4C82-93B2-6B8737323F32}" destId="{7D58D341-073A-4A5D-8800-5889477AF14B}" srcOrd="1" destOrd="0" presId="urn:microsoft.com/office/officeart/2018/2/layout/IconCircleList"/>
    <dgm:cxn modelId="{E7B88486-BF1B-4BB0-B33A-22A5777B4455}" type="presParOf" srcId="{C915CB27-727E-4C82-93B2-6B8737323F32}" destId="{4DE109B5-64E9-4680-9D89-4B6A96C48AEE}" srcOrd="2" destOrd="0" presId="urn:microsoft.com/office/officeart/2018/2/layout/IconCircleList"/>
    <dgm:cxn modelId="{91C02F11-CF37-4288-A7D4-48AFEF2B41DC}" type="presParOf" srcId="{4DE109B5-64E9-4680-9D89-4B6A96C48AEE}" destId="{3CB778DD-235F-4995-AEA6-F4100ADC3263}" srcOrd="0" destOrd="0" presId="urn:microsoft.com/office/officeart/2018/2/layout/IconCircleList"/>
    <dgm:cxn modelId="{65E96FC1-336A-4F56-AB8F-4584C1D1745C}" type="presParOf" srcId="{4DE109B5-64E9-4680-9D89-4B6A96C48AEE}" destId="{C94A675E-5F14-49F3-A568-8EE69FA72444}" srcOrd="1" destOrd="0" presId="urn:microsoft.com/office/officeart/2018/2/layout/IconCircleList"/>
    <dgm:cxn modelId="{6D7E8B01-EFCA-41E3-ADA1-672C3B28BF82}" type="presParOf" srcId="{4DE109B5-64E9-4680-9D89-4B6A96C48AEE}" destId="{17C71ED6-83AA-49E6-9A48-C64A33668D02}" srcOrd="2" destOrd="0" presId="urn:microsoft.com/office/officeart/2018/2/layout/IconCircleList"/>
    <dgm:cxn modelId="{9CE7C0F6-661C-417C-9555-E9162BEC286C}" type="presParOf" srcId="{4DE109B5-64E9-4680-9D89-4B6A96C48AEE}" destId="{E34D733D-6878-4BF1-A526-31631B09181A}" srcOrd="3" destOrd="0" presId="urn:microsoft.com/office/officeart/2018/2/layout/IconCircleList"/>
    <dgm:cxn modelId="{CC4917C2-7253-4C4A-9565-9F2FC9F02C58}" type="presParOf" srcId="{C915CB27-727E-4C82-93B2-6B8737323F32}" destId="{8C46E1DE-8C40-43D0-983B-C82D6CC9FC45}" srcOrd="3" destOrd="0" presId="urn:microsoft.com/office/officeart/2018/2/layout/IconCircleList"/>
    <dgm:cxn modelId="{16CF5F25-53A1-485F-BDEB-0663A0392062}" type="presParOf" srcId="{C915CB27-727E-4C82-93B2-6B8737323F32}" destId="{92123505-A5F2-4224-A2A9-4B3EB872AB40}" srcOrd="4" destOrd="0" presId="urn:microsoft.com/office/officeart/2018/2/layout/IconCircleList"/>
    <dgm:cxn modelId="{E2C7E4EE-1F63-441D-93E0-F501D769578E}" type="presParOf" srcId="{92123505-A5F2-4224-A2A9-4B3EB872AB40}" destId="{863FD89B-4A5E-414C-8AE9-A8A74A5316A9}" srcOrd="0" destOrd="0" presId="urn:microsoft.com/office/officeart/2018/2/layout/IconCircleList"/>
    <dgm:cxn modelId="{0178D58F-F6FF-41BB-A9F2-934006DAD075}" type="presParOf" srcId="{92123505-A5F2-4224-A2A9-4B3EB872AB40}" destId="{639C04E6-388E-49D5-B368-EF99F5E43438}" srcOrd="1" destOrd="0" presId="urn:microsoft.com/office/officeart/2018/2/layout/IconCircleList"/>
    <dgm:cxn modelId="{B09101D8-775A-4AFD-8ADB-86B27CBA681E}" type="presParOf" srcId="{92123505-A5F2-4224-A2A9-4B3EB872AB40}" destId="{C9FDB198-FAAC-43C4-82C4-E30430839C14}" srcOrd="2" destOrd="0" presId="urn:microsoft.com/office/officeart/2018/2/layout/IconCircleList"/>
    <dgm:cxn modelId="{C9B05913-3B2A-42F0-9A8A-D7C2B2A84BEA}" type="presParOf" srcId="{92123505-A5F2-4224-A2A9-4B3EB872AB40}" destId="{683FB629-F197-4193-80D7-5B370587619D}" srcOrd="3" destOrd="0" presId="urn:microsoft.com/office/officeart/2018/2/layout/IconCircleList"/>
    <dgm:cxn modelId="{7669A999-D9D3-4316-BFB0-6AE7F7E0B869}" type="presParOf" srcId="{C915CB27-727E-4C82-93B2-6B8737323F32}" destId="{E41DF24E-D440-4EB5-970E-66BD12EF293F}" srcOrd="5" destOrd="0" presId="urn:microsoft.com/office/officeart/2018/2/layout/IconCircleList"/>
    <dgm:cxn modelId="{5C3DCE76-EB64-4B38-BC8E-2A28C447A637}" type="presParOf" srcId="{C915CB27-727E-4C82-93B2-6B8737323F32}" destId="{F389CCA0-431D-4161-A98C-24179B0D4EF1}" srcOrd="6" destOrd="0" presId="urn:microsoft.com/office/officeart/2018/2/layout/IconCircleList"/>
    <dgm:cxn modelId="{8ED80D42-CEFA-4CB2-8814-7D12626DEB61}" type="presParOf" srcId="{F389CCA0-431D-4161-A98C-24179B0D4EF1}" destId="{D5F76FE4-B2C2-486A-AF66-3861E5062929}" srcOrd="0" destOrd="0" presId="urn:microsoft.com/office/officeart/2018/2/layout/IconCircleList"/>
    <dgm:cxn modelId="{CFABC444-0F29-44CB-87FF-C80DA553F15C}" type="presParOf" srcId="{F389CCA0-431D-4161-A98C-24179B0D4EF1}" destId="{77BD20E7-44AA-406B-9A5A-883C16003E17}" srcOrd="1" destOrd="0" presId="urn:microsoft.com/office/officeart/2018/2/layout/IconCircleList"/>
    <dgm:cxn modelId="{DEE77022-B146-430F-AACF-A750ED2C3F43}" type="presParOf" srcId="{F389CCA0-431D-4161-A98C-24179B0D4EF1}" destId="{5A0BFFC2-4A7C-46BA-9CD7-B4EBD51F53DF}" srcOrd="2" destOrd="0" presId="urn:microsoft.com/office/officeart/2018/2/layout/IconCircleList"/>
    <dgm:cxn modelId="{EEBCD857-2944-4E7B-A79F-1411AD49A07E}" type="presParOf" srcId="{F389CCA0-431D-4161-A98C-24179B0D4EF1}" destId="{0EF0A14B-81E8-4E62-BF60-857081C98A0F}" srcOrd="3" destOrd="0" presId="urn:microsoft.com/office/officeart/2018/2/layout/IconCircleList"/>
    <dgm:cxn modelId="{AEDE0A2F-1B98-488D-BB33-15C94BBB41C0}" type="presParOf" srcId="{C915CB27-727E-4C82-93B2-6B8737323F32}" destId="{D479B7A9-9B7F-4815-92E7-4BED64F7AE5C}" srcOrd="7" destOrd="0" presId="urn:microsoft.com/office/officeart/2018/2/layout/IconCircleList"/>
    <dgm:cxn modelId="{096B727A-9425-43CD-800E-A5ECCC3447F9}" type="presParOf" srcId="{C915CB27-727E-4C82-93B2-6B8737323F32}" destId="{CF4A356A-02F6-48CD-8E73-C40EAC275BFB}" srcOrd="8" destOrd="0" presId="urn:microsoft.com/office/officeart/2018/2/layout/IconCircleList"/>
    <dgm:cxn modelId="{9EA20DC0-2314-4967-9140-1478AC28367F}" type="presParOf" srcId="{CF4A356A-02F6-48CD-8E73-C40EAC275BFB}" destId="{C400FE01-27C7-4490-B4DC-B06A07F5A485}" srcOrd="0" destOrd="0" presId="urn:microsoft.com/office/officeart/2018/2/layout/IconCircleList"/>
    <dgm:cxn modelId="{ACEC3393-211A-460A-843C-FEC4C206AC08}" type="presParOf" srcId="{CF4A356A-02F6-48CD-8E73-C40EAC275BFB}" destId="{8991CEE7-E2E4-4338-BB7A-217D10E9CC7E}" srcOrd="1" destOrd="0" presId="urn:microsoft.com/office/officeart/2018/2/layout/IconCircleList"/>
    <dgm:cxn modelId="{0203C95D-3136-4E96-BC71-A4DBDDAFB73A}" type="presParOf" srcId="{CF4A356A-02F6-48CD-8E73-C40EAC275BFB}" destId="{35F2C186-1325-46DB-B758-5E8978188147}" srcOrd="2" destOrd="0" presId="urn:microsoft.com/office/officeart/2018/2/layout/IconCircleList"/>
    <dgm:cxn modelId="{0B313F7E-D43C-4691-A8E7-0B68127A2A37}" type="presParOf" srcId="{CF4A356A-02F6-48CD-8E73-C40EAC275BFB}" destId="{B778CF55-0BEE-4679-BFBB-29389481611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3EF3B5-2D4F-4559-A492-05BF1300FEA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2AE2360-EE44-40C3-AD51-3830ED953A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Third-person controller reads WASD input, applies gravity and jump logic.</a:t>
          </a:r>
        </a:p>
      </dgm:t>
    </dgm:pt>
    <dgm:pt modelId="{697C9068-8EDF-4A83-9381-D0D24DDB8DBF}" type="parTrans" cxnId="{908D984E-C49B-402E-8DC7-92CF4F678EFE}">
      <dgm:prSet/>
      <dgm:spPr/>
      <dgm:t>
        <a:bodyPr/>
        <a:lstStyle/>
        <a:p>
          <a:endParaRPr lang="en-US"/>
        </a:p>
      </dgm:t>
    </dgm:pt>
    <dgm:pt modelId="{6AFE041A-2F81-4BE3-8A16-9966879DBA5A}" type="sibTrans" cxnId="{908D984E-C49B-402E-8DC7-92CF4F678EFE}">
      <dgm:prSet/>
      <dgm:spPr/>
      <dgm:t>
        <a:bodyPr/>
        <a:lstStyle/>
        <a:p>
          <a:endParaRPr lang="en-US"/>
        </a:p>
      </dgm:t>
    </dgm:pt>
    <dgm:pt modelId="{0F6C68FD-5E06-4630-B61E-E8BD98FEA1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Movement is camera-relative: input is projected in camera space for intuitive control.</a:t>
          </a:r>
        </a:p>
      </dgm:t>
    </dgm:pt>
    <dgm:pt modelId="{5E67D540-FF8B-46B8-A173-FB728865FDDB}" type="parTrans" cxnId="{5D2E114D-FDF9-492C-B2FF-947F88D85744}">
      <dgm:prSet/>
      <dgm:spPr/>
      <dgm:t>
        <a:bodyPr/>
        <a:lstStyle/>
        <a:p>
          <a:endParaRPr lang="en-US"/>
        </a:p>
      </dgm:t>
    </dgm:pt>
    <dgm:pt modelId="{AB685373-85FF-4F30-A1F5-C1D4F752CA77}" type="sibTrans" cxnId="{5D2E114D-FDF9-492C-B2FF-947F88D85744}">
      <dgm:prSet/>
      <dgm:spPr/>
      <dgm:t>
        <a:bodyPr/>
        <a:lstStyle/>
        <a:p>
          <a:endParaRPr lang="en-US"/>
        </a:p>
      </dgm:t>
    </dgm:pt>
    <dgm:pt modelId="{FA847C97-C730-42DF-BAFA-73A6BA5576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Cinemachine (FreeLook or similar) handles smooth orbiting and following of the player.</a:t>
          </a:r>
        </a:p>
      </dgm:t>
    </dgm:pt>
    <dgm:pt modelId="{A15074BB-A264-4FCA-ADD0-4C856D09DCBC}" type="parTrans" cxnId="{6A3DC4B3-A3C1-4AB2-8ADD-1844D971F33A}">
      <dgm:prSet/>
      <dgm:spPr/>
      <dgm:t>
        <a:bodyPr/>
        <a:lstStyle/>
        <a:p>
          <a:endParaRPr lang="en-US"/>
        </a:p>
      </dgm:t>
    </dgm:pt>
    <dgm:pt modelId="{5CFB7C6A-2C09-4BD2-BBD9-5EE163BC4FC2}" type="sibTrans" cxnId="{6A3DC4B3-A3C1-4AB2-8ADD-1844D971F33A}">
      <dgm:prSet/>
      <dgm:spPr/>
      <dgm:t>
        <a:bodyPr/>
        <a:lstStyle/>
        <a:p>
          <a:endParaRPr lang="en-US"/>
        </a:p>
      </dgm:t>
    </dgm:pt>
    <dgm:pt modelId="{015B20EC-01FA-47EC-B1AD-D4A0BC3C9C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CharacterController (not Rigidbody) is used for stable movement and ground checks.</a:t>
          </a:r>
        </a:p>
      </dgm:t>
    </dgm:pt>
    <dgm:pt modelId="{06561473-9C57-4A90-8AF5-0E38CEF1922D}" type="parTrans" cxnId="{0675139D-8D59-4001-849D-4932F65C6D9D}">
      <dgm:prSet/>
      <dgm:spPr/>
      <dgm:t>
        <a:bodyPr/>
        <a:lstStyle/>
        <a:p>
          <a:endParaRPr lang="en-US"/>
        </a:p>
      </dgm:t>
    </dgm:pt>
    <dgm:pt modelId="{DFC56B71-9E72-48A8-A7E9-1674312DE565}" type="sibTrans" cxnId="{0675139D-8D59-4001-849D-4932F65C6D9D}">
      <dgm:prSet/>
      <dgm:spPr/>
      <dgm:t>
        <a:bodyPr/>
        <a:lstStyle/>
        <a:p>
          <a:endParaRPr lang="en-US"/>
        </a:p>
      </dgm:t>
    </dgm:pt>
    <dgm:pt modelId="{DCC2B002-D77F-4929-8E0D-283AE8F1E0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Animator blend tree uses Speed parameter to smoothly blend idle/walk/run animations.</a:t>
          </a:r>
        </a:p>
      </dgm:t>
    </dgm:pt>
    <dgm:pt modelId="{8B1C28D5-5A4D-4FAE-90E3-582BB670B8F4}" type="parTrans" cxnId="{F061BBEE-6774-4D34-AA2A-E7E39C80BD9B}">
      <dgm:prSet/>
      <dgm:spPr/>
      <dgm:t>
        <a:bodyPr/>
        <a:lstStyle/>
        <a:p>
          <a:endParaRPr lang="en-US"/>
        </a:p>
      </dgm:t>
    </dgm:pt>
    <dgm:pt modelId="{F04B1599-6009-4CB2-B710-92E1E9EF07FC}" type="sibTrans" cxnId="{F061BBEE-6774-4D34-AA2A-E7E39C80BD9B}">
      <dgm:prSet/>
      <dgm:spPr/>
      <dgm:t>
        <a:bodyPr/>
        <a:lstStyle/>
        <a:p>
          <a:endParaRPr lang="en-US"/>
        </a:p>
      </dgm:t>
    </dgm:pt>
    <dgm:pt modelId="{9F6E60A7-7F40-45A0-8FEF-7E6FDE87D8D6}" type="pres">
      <dgm:prSet presAssocID="{D93EF3B5-2D4F-4559-A492-05BF1300FEAE}" presName="root" presStyleCnt="0">
        <dgm:presLayoutVars>
          <dgm:dir/>
          <dgm:resizeHandles val="exact"/>
        </dgm:presLayoutVars>
      </dgm:prSet>
      <dgm:spPr/>
    </dgm:pt>
    <dgm:pt modelId="{488B5708-716F-4FD6-97A5-904288C92F9B}" type="pres">
      <dgm:prSet presAssocID="{72AE2360-EE44-40C3-AD51-3830ED953A61}" presName="compNode" presStyleCnt="0"/>
      <dgm:spPr/>
    </dgm:pt>
    <dgm:pt modelId="{FD40E286-7C10-43E3-B37F-43D89789F097}" type="pres">
      <dgm:prSet presAssocID="{72AE2360-EE44-40C3-AD51-3830ED953A6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F1903423-E4CB-4E6A-BC4C-61492674B854}" type="pres">
      <dgm:prSet presAssocID="{72AE2360-EE44-40C3-AD51-3830ED953A61}" presName="spaceRect" presStyleCnt="0"/>
      <dgm:spPr/>
    </dgm:pt>
    <dgm:pt modelId="{56A99590-7AE9-4687-BD8B-8F2325FDEB50}" type="pres">
      <dgm:prSet presAssocID="{72AE2360-EE44-40C3-AD51-3830ED953A61}" presName="textRect" presStyleLbl="revTx" presStyleIdx="0" presStyleCnt="5">
        <dgm:presLayoutVars>
          <dgm:chMax val="1"/>
          <dgm:chPref val="1"/>
        </dgm:presLayoutVars>
      </dgm:prSet>
      <dgm:spPr/>
    </dgm:pt>
    <dgm:pt modelId="{DFB23787-30B8-48AA-B4A1-F838EBA421C6}" type="pres">
      <dgm:prSet presAssocID="{6AFE041A-2F81-4BE3-8A16-9966879DBA5A}" presName="sibTrans" presStyleCnt="0"/>
      <dgm:spPr/>
    </dgm:pt>
    <dgm:pt modelId="{9F77912F-738D-492C-ADFC-90EBBCACBFE1}" type="pres">
      <dgm:prSet presAssocID="{0F6C68FD-5E06-4630-B61E-E8BD98FEA1A7}" presName="compNode" presStyleCnt="0"/>
      <dgm:spPr/>
    </dgm:pt>
    <dgm:pt modelId="{2D86F2EE-A4CE-4D2D-8801-226360F1E06B}" type="pres">
      <dgm:prSet presAssocID="{0F6C68FD-5E06-4630-B61E-E8BD98FEA1A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умажник"/>
        </a:ext>
      </dgm:extLst>
    </dgm:pt>
    <dgm:pt modelId="{0755D15A-D8C6-4F78-A143-1F12683218A7}" type="pres">
      <dgm:prSet presAssocID="{0F6C68FD-5E06-4630-B61E-E8BD98FEA1A7}" presName="spaceRect" presStyleCnt="0"/>
      <dgm:spPr/>
    </dgm:pt>
    <dgm:pt modelId="{E5EC1236-8457-4580-9C56-0B4BFDC12FB3}" type="pres">
      <dgm:prSet presAssocID="{0F6C68FD-5E06-4630-B61E-E8BD98FEA1A7}" presName="textRect" presStyleLbl="revTx" presStyleIdx="1" presStyleCnt="5">
        <dgm:presLayoutVars>
          <dgm:chMax val="1"/>
          <dgm:chPref val="1"/>
        </dgm:presLayoutVars>
      </dgm:prSet>
      <dgm:spPr/>
    </dgm:pt>
    <dgm:pt modelId="{05C27CD6-B093-4771-864B-FEE48F98BE9E}" type="pres">
      <dgm:prSet presAssocID="{AB685373-85FF-4F30-A1F5-C1D4F752CA77}" presName="sibTrans" presStyleCnt="0"/>
      <dgm:spPr/>
    </dgm:pt>
    <dgm:pt modelId="{80A757A0-1B2E-40C4-B8C1-24709F135A4F}" type="pres">
      <dgm:prSet presAssocID="{FA847C97-C730-42DF-BAFA-73A6BA557627}" presName="compNode" presStyleCnt="0"/>
      <dgm:spPr/>
    </dgm:pt>
    <dgm:pt modelId="{64686194-FB4C-4C8D-AAC5-917909C723DF}" type="pres">
      <dgm:prSet presAssocID="{FA847C97-C730-42DF-BAFA-73A6BA5576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42EB9938-2388-4472-9A18-1334269568AD}" type="pres">
      <dgm:prSet presAssocID="{FA847C97-C730-42DF-BAFA-73A6BA557627}" presName="spaceRect" presStyleCnt="0"/>
      <dgm:spPr/>
    </dgm:pt>
    <dgm:pt modelId="{3B8BF26A-DFC2-49D1-9571-C6926ADDC6A0}" type="pres">
      <dgm:prSet presAssocID="{FA847C97-C730-42DF-BAFA-73A6BA557627}" presName="textRect" presStyleLbl="revTx" presStyleIdx="2" presStyleCnt="5">
        <dgm:presLayoutVars>
          <dgm:chMax val="1"/>
          <dgm:chPref val="1"/>
        </dgm:presLayoutVars>
      </dgm:prSet>
      <dgm:spPr/>
    </dgm:pt>
    <dgm:pt modelId="{B1DDFDCC-EBF9-4019-92F6-DA21D5D696FA}" type="pres">
      <dgm:prSet presAssocID="{5CFB7C6A-2C09-4BD2-BBD9-5EE163BC4FC2}" presName="sibTrans" presStyleCnt="0"/>
      <dgm:spPr/>
    </dgm:pt>
    <dgm:pt modelId="{15900CB4-EF13-43A8-A66D-EF1079384AC1}" type="pres">
      <dgm:prSet presAssocID="{015B20EC-01FA-47EC-B1AD-D4A0BC3C9C86}" presName="compNode" presStyleCnt="0"/>
      <dgm:spPr/>
    </dgm:pt>
    <dgm:pt modelId="{F07A4E6B-90DF-4941-918E-B4657DE3FCC2}" type="pres">
      <dgm:prSet presAssocID="{015B20EC-01FA-47EC-B1AD-D4A0BC3C9C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36C009CD-D5AE-4F26-AA0B-37E52C4EC378}" type="pres">
      <dgm:prSet presAssocID="{015B20EC-01FA-47EC-B1AD-D4A0BC3C9C86}" presName="spaceRect" presStyleCnt="0"/>
      <dgm:spPr/>
    </dgm:pt>
    <dgm:pt modelId="{E9AA4403-E731-4F25-A497-BB30B7BBF9FA}" type="pres">
      <dgm:prSet presAssocID="{015B20EC-01FA-47EC-B1AD-D4A0BC3C9C86}" presName="textRect" presStyleLbl="revTx" presStyleIdx="3" presStyleCnt="5">
        <dgm:presLayoutVars>
          <dgm:chMax val="1"/>
          <dgm:chPref val="1"/>
        </dgm:presLayoutVars>
      </dgm:prSet>
      <dgm:spPr/>
    </dgm:pt>
    <dgm:pt modelId="{A304E051-8BBA-4143-A2E7-0F8503CA12AA}" type="pres">
      <dgm:prSet presAssocID="{DFC56B71-9E72-48A8-A7E9-1674312DE565}" presName="sibTrans" presStyleCnt="0"/>
      <dgm:spPr/>
    </dgm:pt>
    <dgm:pt modelId="{339116E3-CA05-4C78-90E6-2746423F5C74}" type="pres">
      <dgm:prSet presAssocID="{DCC2B002-D77F-4929-8E0D-283AE8F1E072}" presName="compNode" presStyleCnt="0"/>
      <dgm:spPr/>
    </dgm:pt>
    <dgm:pt modelId="{7D2098DC-5126-464D-A9F7-641FFA0567BF}" type="pres">
      <dgm:prSet presAssocID="{DCC2B002-D77F-4929-8E0D-283AE8F1E0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Рабочий процесс"/>
        </a:ext>
      </dgm:extLst>
    </dgm:pt>
    <dgm:pt modelId="{8DB12DA1-9EDF-4B76-93E7-E835BC5743E2}" type="pres">
      <dgm:prSet presAssocID="{DCC2B002-D77F-4929-8E0D-283AE8F1E072}" presName="spaceRect" presStyleCnt="0"/>
      <dgm:spPr/>
    </dgm:pt>
    <dgm:pt modelId="{522EC4AA-6164-42ED-8B6C-EF30B1E14629}" type="pres">
      <dgm:prSet presAssocID="{DCC2B002-D77F-4929-8E0D-283AE8F1E0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1125A07-EBA7-47C5-A69A-5125DDCF67B9}" type="presOf" srcId="{DCC2B002-D77F-4929-8E0D-283AE8F1E072}" destId="{522EC4AA-6164-42ED-8B6C-EF30B1E14629}" srcOrd="0" destOrd="0" presId="urn:microsoft.com/office/officeart/2018/2/layout/IconLabelList"/>
    <dgm:cxn modelId="{5D2E114D-FDF9-492C-B2FF-947F88D85744}" srcId="{D93EF3B5-2D4F-4559-A492-05BF1300FEAE}" destId="{0F6C68FD-5E06-4630-B61E-E8BD98FEA1A7}" srcOrd="1" destOrd="0" parTransId="{5E67D540-FF8B-46B8-A173-FB728865FDDB}" sibTransId="{AB685373-85FF-4F30-A1F5-C1D4F752CA77}"/>
    <dgm:cxn modelId="{908D984E-C49B-402E-8DC7-92CF4F678EFE}" srcId="{D93EF3B5-2D4F-4559-A492-05BF1300FEAE}" destId="{72AE2360-EE44-40C3-AD51-3830ED953A61}" srcOrd="0" destOrd="0" parTransId="{697C9068-8EDF-4A83-9381-D0D24DDB8DBF}" sibTransId="{6AFE041A-2F81-4BE3-8A16-9966879DBA5A}"/>
    <dgm:cxn modelId="{FB202D76-F7A3-4B6F-BA20-A097A94D62AE}" type="presOf" srcId="{D93EF3B5-2D4F-4559-A492-05BF1300FEAE}" destId="{9F6E60A7-7F40-45A0-8FEF-7E6FDE87D8D6}" srcOrd="0" destOrd="0" presId="urn:microsoft.com/office/officeart/2018/2/layout/IconLabelList"/>
    <dgm:cxn modelId="{43D25657-910F-4610-8C04-AADE43385C70}" type="presOf" srcId="{015B20EC-01FA-47EC-B1AD-D4A0BC3C9C86}" destId="{E9AA4403-E731-4F25-A497-BB30B7BBF9FA}" srcOrd="0" destOrd="0" presId="urn:microsoft.com/office/officeart/2018/2/layout/IconLabelList"/>
    <dgm:cxn modelId="{0675139D-8D59-4001-849D-4932F65C6D9D}" srcId="{D93EF3B5-2D4F-4559-A492-05BF1300FEAE}" destId="{015B20EC-01FA-47EC-B1AD-D4A0BC3C9C86}" srcOrd="3" destOrd="0" parTransId="{06561473-9C57-4A90-8AF5-0E38CEF1922D}" sibTransId="{DFC56B71-9E72-48A8-A7E9-1674312DE565}"/>
    <dgm:cxn modelId="{C12EC1A9-FE65-4503-829A-EADE45A5D7F1}" type="presOf" srcId="{FA847C97-C730-42DF-BAFA-73A6BA557627}" destId="{3B8BF26A-DFC2-49D1-9571-C6926ADDC6A0}" srcOrd="0" destOrd="0" presId="urn:microsoft.com/office/officeart/2018/2/layout/IconLabelList"/>
    <dgm:cxn modelId="{6A3DC4B3-A3C1-4AB2-8ADD-1844D971F33A}" srcId="{D93EF3B5-2D4F-4559-A492-05BF1300FEAE}" destId="{FA847C97-C730-42DF-BAFA-73A6BA557627}" srcOrd="2" destOrd="0" parTransId="{A15074BB-A264-4FCA-ADD0-4C856D09DCBC}" sibTransId="{5CFB7C6A-2C09-4BD2-BBD9-5EE163BC4FC2}"/>
    <dgm:cxn modelId="{4C70B9D7-9E9F-495D-8A28-C7BD123A8D00}" type="presOf" srcId="{72AE2360-EE44-40C3-AD51-3830ED953A61}" destId="{56A99590-7AE9-4687-BD8B-8F2325FDEB50}" srcOrd="0" destOrd="0" presId="urn:microsoft.com/office/officeart/2018/2/layout/IconLabelList"/>
    <dgm:cxn modelId="{F061BBEE-6774-4D34-AA2A-E7E39C80BD9B}" srcId="{D93EF3B5-2D4F-4559-A492-05BF1300FEAE}" destId="{DCC2B002-D77F-4929-8E0D-283AE8F1E072}" srcOrd="4" destOrd="0" parTransId="{8B1C28D5-5A4D-4FAE-90E3-582BB670B8F4}" sibTransId="{F04B1599-6009-4CB2-B710-92E1E9EF07FC}"/>
    <dgm:cxn modelId="{E66D46FF-94A3-4A31-880F-563F19D95427}" type="presOf" srcId="{0F6C68FD-5E06-4630-B61E-E8BD98FEA1A7}" destId="{E5EC1236-8457-4580-9C56-0B4BFDC12FB3}" srcOrd="0" destOrd="0" presId="urn:microsoft.com/office/officeart/2018/2/layout/IconLabelList"/>
    <dgm:cxn modelId="{CEA6D7C5-126E-40A3-926D-F1C32D9DA657}" type="presParOf" srcId="{9F6E60A7-7F40-45A0-8FEF-7E6FDE87D8D6}" destId="{488B5708-716F-4FD6-97A5-904288C92F9B}" srcOrd="0" destOrd="0" presId="urn:microsoft.com/office/officeart/2018/2/layout/IconLabelList"/>
    <dgm:cxn modelId="{A03C1CF9-90BE-4C91-8C0E-8E53158D5871}" type="presParOf" srcId="{488B5708-716F-4FD6-97A5-904288C92F9B}" destId="{FD40E286-7C10-43E3-B37F-43D89789F097}" srcOrd="0" destOrd="0" presId="urn:microsoft.com/office/officeart/2018/2/layout/IconLabelList"/>
    <dgm:cxn modelId="{F717A356-B4AB-4A10-9663-1ADC7F43681A}" type="presParOf" srcId="{488B5708-716F-4FD6-97A5-904288C92F9B}" destId="{F1903423-E4CB-4E6A-BC4C-61492674B854}" srcOrd="1" destOrd="0" presId="urn:microsoft.com/office/officeart/2018/2/layout/IconLabelList"/>
    <dgm:cxn modelId="{067A1B5D-70CD-479B-AF15-09A5B6DD1FCA}" type="presParOf" srcId="{488B5708-716F-4FD6-97A5-904288C92F9B}" destId="{56A99590-7AE9-4687-BD8B-8F2325FDEB50}" srcOrd="2" destOrd="0" presId="urn:microsoft.com/office/officeart/2018/2/layout/IconLabelList"/>
    <dgm:cxn modelId="{639404BB-1E72-4321-98D1-FA6D93954A0C}" type="presParOf" srcId="{9F6E60A7-7F40-45A0-8FEF-7E6FDE87D8D6}" destId="{DFB23787-30B8-48AA-B4A1-F838EBA421C6}" srcOrd="1" destOrd="0" presId="urn:microsoft.com/office/officeart/2018/2/layout/IconLabelList"/>
    <dgm:cxn modelId="{0357E86D-8AC9-469C-8C5C-F81596DA7AAC}" type="presParOf" srcId="{9F6E60A7-7F40-45A0-8FEF-7E6FDE87D8D6}" destId="{9F77912F-738D-492C-ADFC-90EBBCACBFE1}" srcOrd="2" destOrd="0" presId="urn:microsoft.com/office/officeart/2018/2/layout/IconLabelList"/>
    <dgm:cxn modelId="{5D01D892-2243-4502-BA5A-3E3DF4899A17}" type="presParOf" srcId="{9F77912F-738D-492C-ADFC-90EBBCACBFE1}" destId="{2D86F2EE-A4CE-4D2D-8801-226360F1E06B}" srcOrd="0" destOrd="0" presId="urn:microsoft.com/office/officeart/2018/2/layout/IconLabelList"/>
    <dgm:cxn modelId="{51422EC6-2400-46DF-BEBE-98C67D05B5BC}" type="presParOf" srcId="{9F77912F-738D-492C-ADFC-90EBBCACBFE1}" destId="{0755D15A-D8C6-4F78-A143-1F12683218A7}" srcOrd="1" destOrd="0" presId="urn:microsoft.com/office/officeart/2018/2/layout/IconLabelList"/>
    <dgm:cxn modelId="{28AB403B-9B17-4008-90F1-C14138691E84}" type="presParOf" srcId="{9F77912F-738D-492C-ADFC-90EBBCACBFE1}" destId="{E5EC1236-8457-4580-9C56-0B4BFDC12FB3}" srcOrd="2" destOrd="0" presId="urn:microsoft.com/office/officeart/2018/2/layout/IconLabelList"/>
    <dgm:cxn modelId="{ED0DDD85-0682-40E9-BCE4-48A16EF61935}" type="presParOf" srcId="{9F6E60A7-7F40-45A0-8FEF-7E6FDE87D8D6}" destId="{05C27CD6-B093-4771-864B-FEE48F98BE9E}" srcOrd="3" destOrd="0" presId="urn:microsoft.com/office/officeart/2018/2/layout/IconLabelList"/>
    <dgm:cxn modelId="{FBB56344-8947-4E1E-A205-B2E26444881B}" type="presParOf" srcId="{9F6E60A7-7F40-45A0-8FEF-7E6FDE87D8D6}" destId="{80A757A0-1B2E-40C4-B8C1-24709F135A4F}" srcOrd="4" destOrd="0" presId="urn:microsoft.com/office/officeart/2018/2/layout/IconLabelList"/>
    <dgm:cxn modelId="{B5D663CF-715B-4C97-9A78-A1C895B0FBE6}" type="presParOf" srcId="{80A757A0-1B2E-40C4-B8C1-24709F135A4F}" destId="{64686194-FB4C-4C8D-AAC5-917909C723DF}" srcOrd="0" destOrd="0" presId="urn:microsoft.com/office/officeart/2018/2/layout/IconLabelList"/>
    <dgm:cxn modelId="{AFA69C6A-72ED-48EC-AB1D-AB548788373D}" type="presParOf" srcId="{80A757A0-1B2E-40C4-B8C1-24709F135A4F}" destId="{42EB9938-2388-4472-9A18-1334269568AD}" srcOrd="1" destOrd="0" presId="urn:microsoft.com/office/officeart/2018/2/layout/IconLabelList"/>
    <dgm:cxn modelId="{01DCEE7A-D14F-41EA-8C65-A071EB8A1F52}" type="presParOf" srcId="{80A757A0-1B2E-40C4-B8C1-24709F135A4F}" destId="{3B8BF26A-DFC2-49D1-9571-C6926ADDC6A0}" srcOrd="2" destOrd="0" presId="urn:microsoft.com/office/officeart/2018/2/layout/IconLabelList"/>
    <dgm:cxn modelId="{F52185AB-CDF2-414F-BF2B-DDCC205DAC94}" type="presParOf" srcId="{9F6E60A7-7F40-45A0-8FEF-7E6FDE87D8D6}" destId="{B1DDFDCC-EBF9-4019-92F6-DA21D5D696FA}" srcOrd="5" destOrd="0" presId="urn:microsoft.com/office/officeart/2018/2/layout/IconLabelList"/>
    <dgm:cxn modelId="{D9F86AB2-3F89-4E2D-803A-46F6EA14D6C8}" type="presParOf" srcId="{9F6E60A7-7F40-45A0-8FEF-7E6FDE87D8D6}" destId="{15900CB4-EF13-43A8-A66D-EF1079384AC1}" srcOrd="6" destOrd="0" presId="urn:microsoft.com/office/officeart/2018/2/layout/IconLabelList"/>
    <dgm:cxn modelId="{D1874108-E69F-426F-AF01-F0C573BA3932}" type="presParOf" srcId="{15900CB4-EF13-43A8-A66D-EF1079384AC1}" destId="{F07A4E6B-90DF-4941-918E-B4657DE3FCC2}" srcOrd="0" destOrd="0" presId="urn:microsoft.com/office/officeart/2018/2/layout/IconLabelList"/>
    <dgm:cxn modelId="{76D18656-412A-4C1E-990A-8832933C1C44}" type="presParOf" srcId="{15900CB4-EF13-43A8-A66D-EF1079384AC1}" destId="{36C009CD-D5AE-4F26-AA0B-37E52C4EC378}" srcOrd="1" destOrd="0" presId="urn:microsoft.com/office/officeart/2018/2/layout/IconLabelList"/>
    <dgm:cxn modelId="{FD99CA56-8579-480C-B8E7-B1EC021E3AC9}" type="presParOf" srcId="{15900CB4-EF13-43A8-A66D-EF1079384AC1}" destId="{E9AA4403-E731-4F25-A497-BB30B7BBF9FA}" srcOrd="2" destOrd="0" presId="urn:microsoft.com/office/officeart/2018/2/layout/IconLabelList"/>
    <dgm:cxn modelId="{9EC0F2D6-2025-4E21-BAB6-0D1904692523}" type="presParOf" srcId="{9F6E60A7-7F40-45A0-8FEF-7E6FDE87D8D6}" destId="{A304E051-8BBA-4143-A2E7-0F8503CA12AA}" srcOrd="7" destOrd="0" presId="urn:microsoft.com/office/officeart/2018/2/layout/IconLabelList"/>
    <dgm:cxn modelId="{DA741827-D136-4EEF-8EB4-F460BFB5B7AE}" type="presParOf" srcId="{9F6E60A7-7F40-45A0-8FEF-7E6FDE87D8D6}" destId="{339116E3-CA05-4C78-90E6-2746423F5C74}" srcOrd="8" destOrd="0" presId="urn:microsoft.com/office/officeart/2018/2/layout/IconLabelList"/>
    <dgm:cxn modelId="{9C1C962A-2412-49FA-BFAC-182725D01760}" type="presParOf" srcId="{339116E3-CA05-4C78-90E6-2746423F5C74}" destId="{7D2098DC-5126-464D-A9F7-641FFA0567BF}" srcOrd="0" destOrd="0" presId="urn:microsoft.com/office/officeart/2018/2/layout/IconLabelList"/>
    <dgm:cxn modelId="{BD20C088-825C-4881-AC7E-A230E5F799F5}" type="presParOf" srcId="{339116E3-CA05-4C78-90E6-2746423F5C74}" destId="{8DB12DA1-9EDF-4B76-93E7-E835BC5743E2}" srcOrd="1" destOrd="0" presId="urn:microsoft.com/office/officeart/2018/2/layout/IconLabelList"/>
    <dgm:cxn modelId="{C2A50C02-A704-4F57-8650-A890B6C44A77}" type="presParOf" srcId="{339116E3-CA05-4C78-90E6-2746423F5C74}" destId="{522EC4AA-6164-42ED-8B6C-EF30B1E1462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F9DD40-242C-4584-AB07-016433214E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C8B8F3-F190-4CE4-8F87-63353FB05FFE}">
      <dgm:prSet/>
      <dgm:spPr/>
      <dgm:t>
        <a:bodyPr/>
        <a:lstStyle/>
        <a:p>
          <a:r>
            <a:rPr lang="en-US"/>
            <a:t>HealthSystem is a singleton (HealthSystem.Instance) attached to the Player.</a:t>
          </a:r>
        </a:p>
      </dgm:t>
    </dgm:pt>
    <dgm:pt modelId="{8D977F50-7004-4439-BA2D-8E37B81021E0}" type="parTrans" cxnId="{AC2817B2-24BC-43F6-8F3E-1689BEBD6D35}">
      <dgm:prSet/>
      <dgm:spPr/>
      <dgm:t>
        <a:bodyPr/>
        <a:lstStyle/>
        <a:p>
          <a:endParaRPr lang="en-US"/>
        </a:p>
      </dgm:t>
    </dgm:pt>
    <dgm:pt modelId="{CCFE4889-BA7C-40BB-B2BC-F7178FACC6D0}" type="sibTrans" cxnId="{AC2817B2-24BC-43F6-8F3E-1689BEBD6D35}">
      <dgm:prSet/>
      <dgm:spPr/>
      <dgm:t>
        <a:bodyPr/>
        <a:lstStyle/>
        <a:p>
          <a:endParaRPr lang="en-US"/>
        </a:p>
      </dgm:t>
    </dgm:pt>
    <dgm:pt modelId="{C046A6EF-F32D-4488-864C-B91E379924FF}">
      <dgm:prSet/>
      <dgm:spPr/>
      <dgm:t>
        <a:bodyPr/>
        <a:lstStyle/>
        <a:p>
          <a:r>
            <a:rPr lang="en-US"/>
            <a:t>Stores current and maximum hit points (hitPoint / maxHitPoint).</a:t>
          </a:r>
        </a:p>
      </dgm:t>
    </dgm:pt>
    <dgm:pt modelId="{C784D6C8-6C60-44B5-B08D-04D074808BA1}" type="parTrans" cxnId="{B52A8C91-6E95-4B0C-B3F0-70986A72D3E5}">
      <dgm:prSet/>
      <dgm:spPr/>
      <dgm:t>
        <a:bodyPr/>
        <a:lstStyle/>
        <a:p>
          <a:endParaRPr lang="en-US"/>
        </a:p>
      </dgm:t>
    </dgm:pt>
    <dgm:pt modelId="{4844B795-580F-4209-B096-D91D55030D72}" type="sibTrans" cxnId="{B52A8C91-6E95-4B0C-B3F0-70986A72D3E5}">
      <dgm:prSet/>
      <dgm:spPr/>
      <dgm:t>
        <a:bodyPr/>
        <a:lstStyle/>
        <a:p>
          <a:endParaRPr lang="en-US"/>
        </a:p>
      </dgm:t>
    </dgm:pt>
    <dgm:pt modelId="{B6CE5025-5F79-4AAE-B725-2D410720B060}">
      <dgm:prSet/>
      <dgm:spPr/>
      <dgm:t>
        <a:bodyPr/>
        <a:lstStyle/>
        <a:p>
          <a:r>
            <a:rPr lang="en-US"/>
            <a:t>Optionally supports mana, but current gameplay focuses only on health.</a:t>
          </a:r>
        </a:p>
      </dgm:t>
    </dgm:pt>
    <dgm:pt modelId="{6BC16EA0-F42D-4EB5-AAA8-3055D5DEE1F3}" type="parTrans" cxnId="{79E26A1C-6261-4D47-B839-6E58A2CB0C4E}">
      <dgm:prSet/>
      <dgm:spPr/>
      <dgm:t>
        <a:bodyPr/>
        <a:lstStyle/>
        <a:p>
          <a:endParaRPr lang="en-US"/>
        </a:p>
      </dgm:t>
    </dgm:pt>
    <dgm:pt modelId="{EB2617E9-F4C0-408B-97A7-7BEBCE958D81}" type="sibTrans" cxnId="{79E26A1C-6261-4D47-B839-6E58A2CB0C4E}">
      <dgm:prSet/>
      <dgm:spPr/>
      <dgm:t>
        <a:bodyPr/>
        <a:lstStyle/>
        <a:p>
          <a:endParaRPr lang="en-US"/>
        </a:p>
      </dgm:t>
    </dgm:pt>
    <dgm:pt modelId="{613774CA-A11B-4B76-AE97-52D835318602}">
      <dgm:prSet/>
      <dgm:spPr/>
      <dgm:t>
        <a:bodyPr/>
        <a:lstStyle/>
        <a:p>
          <a:r>
            <a:rPr lang="en-US"/>
            <a:t>Provides public methods: TakeDamage(), HealDamage(), SetMaxHealth(), etc.</a:t>
          </a:r>
        </a:p>
      </dgm:t>
    </dgm:pt>
    <dgm:pt modelId="{FC6219A6-2611-4FC1-AFA2-2243CDDCC517}" type="parTrans" cxnId="{D4BC7058-345D-44C9-86B5-CA24BC1867D0}">
      <dgm:prSet/>
      <dgm:spPr/>
      <dgm:t>
        <a:bodyPr/>
        <a:lstStyle/>
        <a:p>
          <a:endParaRPr lang="en-US"/>
        </a:p>
      </dgm:t>
    </dgm:pt>
    <dgm:pt modelId="{EDBFB20E-B1C7-4E41-86F3-9E30A63052BB}" type="sibTrans" cxnId="{D4BC7058-345D-44C9-86B5-CA24BC1867D0}">
      <dgm:prSet/>
      <dgm:spPr/>
      <dgm:t>
        <a:bodyPr/>
        <a:lstStyle/>
        <a:p>
          <a:endParaRPr lang="en-US"/>
        </a:p>
      </dgm:t>
    </dgm:pt>
    <dgm:pt modelId="{40DCF4EA-1390-4302-AC22-88A70CE99D92}">
      <dgm:prSet/>
      <dgm:spPr/>
      <dgm:t>
        <a:bodyPr/>
        <a:lstStyle/>
        <a:p>
          <a:r>
            <a:rPr lang="en-US"/>
            <a:t>Central entry point for all damage and healing in the game.</a:t>
          </a:r>
        </a:p>
      </dgm:t>
    </dgm:pt>
    <dgm:pt modelId="{1450559B-39EC-4B3E-88C3-6024D629367A}" type="parTrans" cxnId="{C257C904-0371-4445-8AB4-55F7F1D55D4D}">
      <dgm:prSet/>
      <dgm:spPr/>
      <dgm:t>
        <a:bodyPr/>
        <a:lstStyle/>
        <a:p>
          <a:endParaRPr lang="en-US"/>
        </a:p>
      </dgm:t>
    </dgm:pt>
    <dgm:pt modelId="{7BF792BB-58F0-40DE-8104-E725E8B25993}" type="sibTrans" cxnId="{C257C904-0371-4445-8AB4-55F7F1D55D4D}">
      <dgm:prSet/>
      <dgm:spPr/>
      <dgm:t>
        <a:bodyPr/>
        <a:lstStyle/>
        <a:p>
          <a:endParaRPr lang="en-US"/>
        </a:p>
      </dgm:t>
    </dgm:pt>
    <dgm:pt modelId="{B3B8D928-5941-435E-A908-F465C63B0BFD}" type="pres">
      <dgm:prSet presAssocID="{F6F9DD40-242C-4584-AB07-016433214EF8}" presName="diagram" presStyleCnt="0">
        <dgm:presLayoutVars>
          <dgm:dir/>
          <dgm:resizeHandles val="exact"/>
        </dgm:presLayoutVars>
      </dgm:prSet>
      <dgm:spPr/>
    </dgm:pt>
    <dgm:pt modelId="{4116A607-0373-43E5-A7D1-5520993C2842}" type="pres">
      <dgm:prSet presAssocID="{ECC8B8F3-F190-4CE4-8F87-63353FB05FFE}" presName="node" presStyleLbl="node1" presStyleIdx="0" presStyleCnt="5">
        <dgm:presLayoutVars>
          <dgm:bulletEnabled val="1"/>
        </dgm:presLayoutVars>
      </dgm:prSet>
      <dgm:spPr/>
    </dgm:pt>
    <dgm:pt modelId="{20CF1A80-4274-42A4-BCBD-8F5BFD6F5C69}" type="pres">
      <dgm:prSet presAssocID="{CCFE4889-BA7C-40BB-B2BC-F7178FACC6D0}" presName="sibTrans" presStyleCnt="0"/>
      <dgm:spPr/>
    </dgm:pt>
    <dgm:pt modelId="{BF093602-C5BB-489D-AD60-A4D469DB338E}" type="pres">
      <dgm:prSet presAssocID="{C046A6EF-F32D-4488-864C-B91E379924FF}" presName="node" presStyleLbl="node1" presStyleIdx="1" presStyleCnt="5">
        <dgm:presLayoutVars>
          <dgm:bulletEnabled val="1"/>
        </dgm:presLayoutVars>
      </dgm:prSet>
      <dgm:spPr/>
    </dgm:pt>
    <dgm:pt modelId="{8CDE1EA4-F519-4C6C-B823-CAE9778D85C5}" type="pres">
      <dgm:prSet presAssocID="{4844B795-580F-4209-B096-D91D55030D72}" presName="sibTrans" presStyleCnt="0"/>
      <dgm:spPr/>
    </dgm:pt>
    <dgm:pt modelId="{7E9F2FBB-C4FB-4D71-9119-5856CAC07810}" type="pres">
      <dgm:prSet presAssocID="{B6CE5025-5F79-4AAE-B725-2D410720B060}" presName="node" presStyleLbl="node1" presStyleIdx="2" presStyleCnt="5">
        <dgm:presLayoutVars>
          <dgm:bulletEnabled val="1"/>
        </dgm:presLayoutVars>
      </dgm:prSet>
      <dgm:spPr/>
    </dgm:pt>
    <dgm:pt modelId="{B225F6CF-31C9-4B52-86C0-BDBF61A31D46}" type="pres">
      <dgm:prSet presAssocID="{EB2617E9-F4C0-408B-97A7-7BEBCE958D81}" presName="sibTrans" presStyleCnt="0"/>
      <dgm:spPr/>
    </dgm:pt>
    <dgm:pt modelId="{84A74C75-5E53-463F-8231-8EBC10F93951}" type="pres">
      <dgm:prSet presAssocID="{613774CA-A11B-4B76-AE97-52D835318602}" presName="node" presStyleLbl="node1" presStyleIdx="3" presStyleCnt="5">
        <dgm:presLayoutVars>
          <dgm:bulletEnabled val="1"/>
        </dgm:presLayoutVars>
      </dgm:prSet>
      <dgm:spPr/>
    </dgm:pt>
    <dgm:pt modelId="{3A3676CC-E6EB-464A-B663-BAFC4C780B4B}" type="pres">
      <dgm:prSet presAssocID="{EDBFB20E-B1C7-4E41-86F3-9E30A63052BB}" presName="sibTrans" presStyleCnt="0"/>
      <dgm:spPr/>
    </dgm:pt>
    <dgm:pt modelId="{C72B8792-940D-48E3-BE71-28C8C9B6B6C0}" type="pres">
      <dgm:prSet presAssocID="{40DCF4EA-1390-4302-AC22-88A70CE99D92}" presName="node" presStyleLbl="node1" presStyleIdx="4" presStyleCnt="5">
        <dgm:presLayoutVars>
          <dgm:bulletEnabled val="1"/>
        </dgm:presLayoutVars>
      </dgm:prSet>
      <dgm:spPr/>
    </dgm:pt>
  </dgm:ptLst>
  <dgm:cxnLst>
    <dgm:cxn modelId="{C257C904-0371-4445-8AB4-55F7F1D55D4D}" srcId="{F6F9DD40-242C-4584-AB07-016433214EF8}" destId="{40DCF4EA-1390-4302-AC22-88A70CE99D92}" srcOrd="4" destOrd="0" parTransId="{1450559B-39EC-4B3E-88C3-6024D629367A}" sibTransId="{7BF792BB-58F0-40DE-8104-E725E8B25993}"/>
    <dgm:cxn modelId="{2D0E5F0A-7E10-4D8C-A195-46700A4E09C2}" type="presOf" srcId="{C046A6EF-F32D-4488-864C-B91E379924FF}" destId="{BF093602-C5BB-489D-AD60-A4D469DB338E}" srcOrd="0" destOrd="0" presId="urn:microsoft.com/office/officeart/2005/8/layout/default"/>
    <dgm:cxn modelId="{136BB60C-7E4B-4C68-BE50-FE7B16404E89}" type="presOf" srcId="{40DCF4EA-1390-4302-AC22-88A70CE99D92}" destId="{C72B8792-940D-48E3-BE71-28C8C9B6B6C0}" srcOrd="0" destOrd="0" presId="urn:microsoft.com/office/officeart/2005/8/layout/default"/>
    <dgm:cxn modelId="{79E26A1C-6261-4D47-B839-6E58A2CB0C4E}" srcId="{F6F9DD40-242C-4584-AB07-016433214EF8}" destId="{B6CE5025-5F79-4AAE-B725-2D410720B060}" srcOrd="2" destOrd="0" parTransId="{6BC16EA0-F42D-4EB5-AAA8-3055D5DEE1F3}" sibTransId="{EB2617E9-F4C0-408B-97A7-7BEBCE958D81}"/>
    <dgm:cxn modelId="{D4BC7058-345D-44C9-86B5-CA24BC1867D0}" srcId="{F6F9DD40-242C-4584-AB07-016433214EF8}" destId="{613774CA-A11B-4B76-AE97-52D835318602}" srcOrd="3" destOrd="0" parTransId="{FC6219A6-2611-4FC1-AFA2-2243CDDCC517}" sibTransId="{EDBFB20E-B1C7-4E41-86F3-9E30A63052BB}"/>
    <dgm:cxn modelId="{36A9A87F-3AE7-4098-BC46-ECBE0841D454}" type="presOf" srcId="{613774CA-A11B-4B76-AE97-52D835318602}" destId="{84A74C75-5E53-463F-8231-8EBC10F93951}" srcOrd="0" destOrd="0" presId="urn:microsoft.com/office/officeart/2005/8/layout/default"/>
    <dgm:cxn modelId="{B52A8C91-6E95-4B0C-B3F0-70986A72D3E5}" srcId="{F6F9DD40-242C-4584-AB07-016433214EF8}" destId="{C046A6EF-F32D-4488-864C-B91E379924FF}" srcOrd="1" destOrd="0" parTransId="{C784D6C8-6C60-44B5-B08D-04D074808BA1}" sibTransId="{4844B795-580F-4209-B096-D91D55030D72}"/>
    <dgm:cxn modelId="{AC2817B2-24BC-43F6-8F3E-1689BEBD6D35}" srcId="{F6F9DD40-242C-4584-AB07-016433214EF8}" destId="{ECC8B8F3-F190-4CE4-8F87-63353FB05FFE}" srcOrd="0" destOrd="0" parTransId="{8D977F50-7004-4439-BA2D-8E37B81021E0}" sibTransId="{CCFE4889-BA7C-40BB-B2BC-F7178FACC6D0}"/>
    <dgm:cxn modelId="{21F96FB9-2782-4AB0-BBFB-ABAA9AA2C284}" type="presOf" srcId="{ECC8B8F3-F190-4CE4-8F87-63353FB05FFE}" destId="{4116A607-0373-43E5-A7D1-5520993C2842}" srcOrd="0" destOrd="0" presId="urn:microsoft.com/office/officeart/2005/8/layout/default"/>
    <dgm:cxn modelId="{F15D80DB-41E8-41E7-AA3E-932B9D878905}" type="presOf" srcId="{B6CE5025-5F79-4AAE-B725-2D410720B060}" destId="{7E9F2FBB-C4FB-4D71-9119-5856CAC07810}" srcOrd="0" destOrd="0" presId="urn:microsoft.com/office/officeart/2005/8/layout/default"/>
    <dgm:cxn modelId="{E6F80EE3-DBC2-4BDE-ADBE-1F95DB85E64F}" type="presOf" srcId="{F6F9DD40-242C-4584-AB07-016433214EF8}" destId="{B3B8D928-5941-435E-A908-F465C63B0BFD}" srcOrd="0" destOrd="0" presId="urn:microsoft.com/office/officeart/2005/8/layout/default"/>
    <dgm:cxn modelId="{F4609675-2BD6-421C-B627-0F405BF50A65}" type="presParOf" srcId="{B3B8D928-5941-435E-A908-F465C63B0BFD}" destId="{4116A607-0373-43E5-A7D1-5520993C2842}" srcOrd="0" destOrd="0" presId="urn:microsoft.com/office/officeart/2005/8/layout/default"/>
    <dgm:cxn modelId="{3C4B9498-3F37-487A-B1B0-0FC5E7784491}" type="presParOf" srcId="{B3B8D928-5941-435E-A908-F465C63B0BFD}" destId="{20CF1A80-4274-42A4-BCBD-8F5BFD6F5C69}" srcOrd="1" destOrd="0" presId="urn:microsoft.com/office/officeart/2005/8/layout/default"/>
    <dgm:cxn modelId="{0BE41137-7202-41EB-9682-240647012A4E}" type="presParOf" srcId="{B3B8D928-5941-435E-A908-F465C63B0BFD}" destId="{BF093602-C5BB-489D-AD60-A4D469DB338E}" srcOrd="2" destOrd="0" presId="urn:microsoft.com/office/officeart/2005/8/layout/default"/>
    <dgm:cxn modelId="{B23F9335-9E35-4FEA-801B-3449834EF375}" type="presParOf" srcId="{B3B8D928-5941-435E-A908-F465C63B0BFD}" destId="{8CDE1EA4-F519-4C6C-B823-CAE9778D85C5}" srcOrd="3" destOrd="0" presId="urn:microsoft.com/office/officeart/2005/8/layout/default"/>
    <dgm:cxn modelId="{8EFB3B41-F498-4979-BF47-6A196B734976}" type="presParOf" srcId="{B3B8D928-5941-435E-A908-F465C63B0BFD}" destId="{7E9F2FBB-C4FB-4D71-9119-5856CAC07810}" srcOrd="4" destOrd="0" presId="urn:microsoft.com/office/officeart/2005/8/layout/default"/>
    <dgm:cxn modelId="{D6681D08-C6DE-4EE4-A182-6DF0F0F50C77}" type="presParOf" srcId="{B3B8D928-5941-435E-A908-F465C63B0BFD}" destId="{B225F6CF-31C9-4B52-86C0-BDBF61A31D46}" srcOrd="5" destOrd="0" presId="urn:microsoft.com/office/officeart/2005/8/layout/default"/>
    <dgm:cxn modelId="{D9CD2307-584A-4A2F-B3B4-C771FD76CCC7}" type="presParOf" srcId="{B3B8D928-5941-435E-A908-F465C63B0BFD}" destId="{84A74C75-5E53-463F-8231-8EBC10F93951}" srcOrd="6" destOrd="0" presId="urn:microsoft.com/office/officeart/2005/8/layout/default"/>
    <dgm:cxn modelId="{0FDA4B2C-E79A-4121-97D3-71B0BEDB5988}" type="presParOf" srcId="{B3B8D928-5941-435E-A908-F465C63B0BFD}" destId="{3A3676CC-E6EB-464A-B663-BAFC4C780B4B}" srcOrd="7" destOrd="0" presId="urn:microsoft.com/office/officeart/2005/8/layout/default"/>
    <dgm:cxn modelId="{9C5E6AA4-2537-4977-B3D3-5820D211160E}" type="presParOf" srcId="{B3B8D928-5941-435E-A908-F465C63B0BFD}" destId="{C72B8792-940D-48E3-BE71-28C8C9B6B6C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14E11-68F4-4720-B6F8-D1E67C683625}">
      <dsp:nvSpPr>
        <dsp:cNvPr id="0" name=""/>
        <dsp:cNvSpPr/>
      </dsp:nvSpPr>
      <dsp:spPr>
        <a:xfrm>
          <a:off x="71649" y="297013"/>
          <a:ext cx="604800" cy="6048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23AB9-32A7-4F9C-AF6E-BB27F0A7732C}">
      <dsp:nvSpPr>
        <dsp:cNvPr id="0" name=""/>
        <dsp:cNvSpPr/>
      </dsp:nvSpPr>
      <dsp:spPr>
        <a:xfrm>
          <a:off x="198657" y="424021"/>
          <a:ext cx="350784" cy="3507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13E35-51C1-4E80-8B94-093EE4FABA7D}">
      <dsp:nvSpPr>
        <dsp:cNvPr id="0" name=""/>
        <dsp:cNvSpPr/>
      </dsp:nvSpPr>
      <dsp:spPr>
        <a:xfrm>
          <a:off x="806050" y="297013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Player controls a third-person character that moves, jumps and sprints through the level.</a:t>
          </a:r>
        </a:p>
      </dsp:txBody>
      <dsp:txXfrm>
        <a:off x="806050" y="297013"/>
        <a:ext cx="1425599" cy="604800"/>
      </dsp:txXfrm>
    </dsp:sp>
    <dsp:sp modelId="{3CB778DD-235F-4995-AEA6-F4100ADC3263}">
      <dsp:nvSpPr>
        <dsp:cNvPr id="0" name=""/>
        <dsp:cNvSpPr/>
      </dsp:nvSpPr>
      <dsp:spPr>
        <a:xfrm>
          <a:off x="2480050" y="297013"/>
          <a:ext cx="604800" cy="6048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A675E-5F14-49F3-A568-8EE69FA72444}">
      <dsp:nvSpPr>
        <dsp:cNvPr id="0" name=""/>
        <dsp:cNvSpPr/>
      </dsp:nvSpPr>
      <dsp:spPr>
        <a:xfrm>
          <a:off x="2607058" y="424021"/>
          <a:ext cx="350784" cy="3507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D733D-6878-4BF1-A526-31631B09181A}">
      <dsp:nvSpPr>
        <dsp:cNvPr id="0" name=""/>
        <dsp:cNvSpPr/>
      </dsp:nvSpPr>
      <dsp:spPr>
        <a:xfrm>
          <a:off x="3214450" y="297013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Enemies (Shark and Dinosaur) create dynamic danger zones the player must avoid.</a:t>
          </a:r>
        </a:p>
      </dsp:txBody>
      <dsp:txXfrm>
        <a:off x="3214450" y="297013"/>
        <a:ext cx="1425599" cy="604800"/>
      </dsp:txXfrm>
    </dsp:sp>
    <dsp:sp modelId="{863FD89B-4A5E-414C-8AE9-A8A74A5316A9}">
      <dsp:nvSpPr>
        <dsp:cNvPr id="0" name=""/>
        <dsp:cNvSpPr/>
      </dsp:nvSpPr>
      <dsp:spPr>
        <a:xfrm>
          <a:off x="71649" y="1522166"/>
          <a:ext cx="604800" cy="6048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C04E6-388E-49D5-B368-EF99F5E43438}">
      <dsp:nvSpPr>
        <dsp:cNvPr id="0" name=""/>
        <dsp:cNvSpPr/>
      </dsp:nvSpPr>
      <dsp:spPr>
        <a:xfrm>
          <a:off x="198657" y="1649174"/>
          <a:ext cx="350784" cy="3507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FB629-F197-4193-80D7-5B370587619D}">
      <dsp:nvSpPr>
        <dsp:cNvPr id="0" name=""/>
        <dsp:cNvSpPr/>
      </dsp:nvSpPr>
      <dsp:spPr>
        <a:xfrm>
          <a:off x="806050" y="1522166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Dinosaur periodically fires homing rockets that track the player.</a:t>
          </a:r>
        </a:p>
      </dsp:txBody>
      <dsp:txXfrm>
        <a:off x="806050" y="1522166"/>
        <a:ext cx="1425599" cy="604800"/>
      </dsp:txXfrm>
    </dsp:sp>
    <dsp:sp modelId="{D5F76FE4-B2C2-486A-AF66-3861E5062929}">
      <dsp:nvSpPr>
        <dsp:cNvPr id="0" name=""/>
        <dsp:cNvSpPr/>
      </dsp:nvSpPr>
      <dsp:spPr>
        <a:xfrm>
          <a:off x="2480050" y="1522166"/>
          <a:ext cx="604800" cy="604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D20E7-44AA-406B-9A5A-883C16003E17}">
      <dsp:nvSpPr>
        <dsp:cNvPr id="0" name=""/>
        <dsp:cNvSpPr/>
      </dsp:nvSpPr>
      <dsp:spPr>
        <a:xfrm>
          <a:off x="2607058" y="1649174"/>
          <a:ext cx="350784" cy="3507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0A14B-81E8-4E62-BF60-857081C98A0F}">
      <dsp:nvSpPr>
        <dsp:cNvPr id="0" name=""/>
        <dsp:cNvSpPr/>
      </dsp:nvSpPr>
      <dsp:spPr>
        <a:xfrm>
          <a:off x="3214450" y="1522166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All damage to the player goes through a single HealthSystem, updating UI and VFX/SFX.</a:t>
          </a:r>
        </a:p>
      </dsp:txBody>
      <dsp:txXfrm>
        <a:off x="3214450" y="1522166"/>
        <a:ext cx="1425599" cy="604800"/>
      </dsp:txXfrm>
    </dsp:sp>
    <dsp:sp modelId="{C400FE01-27C7-4490-B4DC-B06A07F5A485}">
      <dsp:nvSpPr>
        <dsp:cNvPr id="0" name=""/>
        <dsp:cNvSpPr/>
      </dsp:nvSpPr>
      <dsp:spPr>
        <a:xfrm>
          <a:off x="71649" y="2747319"/>
          <a:ext cx="604800" cy="6048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1CEE7-E2E4-4338-BB7A-217D10E9CC7E}">
      <dsp:nvSpPr>
        <dsp:cNvPr id="0" name=""/>
        <dsp:cNvSpPr/>
      </dsp:nvSpPr>
      <dsp:spPr>
        <a:xfrm>
          <a:off x="198657" y="2874327"/>
          <a:ext cx="350784" cy="3507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8CF55-0BEE-4679-BFBB-29389481611A}">
      <dsp:nvSpPr>
        <dsp:cNvPr id="0" name=""/>
        <dsp:cNvSpPr/>
      </dsp:nvSpPr>
      <dsp:spPr>
        <a:xfrm>
          <a:off x="806050" y="2747319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Death and regeneration are centralized, making it easy to balance and expand gameplay.</a:t>
          </a:r>
        </a:p>
      </dsp:txBody>
      <dsp:txXfrm>
        <a:off x="806050" y="2747319"/>
        <a:ext cx="1425599" cy="60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0E286-7C10-43E3-B37F-43D89789F097}">
      <dsp:nvSpPr>
        <dsp:cNvPr id="0" name=""/>
        <dsp:cNvSpPr/>
      </dsp:nvSpPr>
      <dsp:spPr>
        <a:xfrm>
          <a:off x="387100" y="234524"/>
          <a:ext cx="632812" cy="63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99590-7AE9-4687-BD8B-8F2325FDEB50}">
      <dsp:nvSpPr>
        <dsp:cNvPr id="0" name=""/>
        <dsp:cNvSpPr/>
      </dsp:nvSpPr>
      <dsp:spPr>
        <a:xfrm>
          <a:off x="381" y="108628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Third-person controller reads WASD input, applies gravity and jump logic.</a:t>
          </a:r>
        </a:p>
      </dsp:txBody>
      <dsp:txXfrm>
        <a:off x="381" y="1086285"/>
        <a:ext cx="1406250" cy="562500"/>
      </dsp:txXfrm>
    </dsp:sp>
    <dsp:sp modelId="{2D86F2EE-A4CE-4D2D-8801-226360F1E06B}">
      <dsp:nvSpPr>
        <dsp:cNvPr id="0" name=""/>
        <dsp:cNvSpPr/>
      </dsp:nvSpPr>
      <dsp:spPr>
        <a:xfrm>
          <a:off x="2039443" y="234524"/>
          <a:ext cx="632812" cy="63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C1236-8457-4580-9C56-0B4BFDC12FB3}">
      <dsp:nvSpPr>
        <dsp:cNvPr id="0" name=""/>
        <dsp:cNvSpPr/>
      </dsp:nvSpPr>
      <dsp:spPr>
        <a:xfrm>
          <a:off x="1652725" y="108628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Movement is camera-relative: input is projected in camera space for intuitive control.</a:t>
          </a:r>
        </a:p>
      </dsp:txBody>
      <dsp:txXfrm>
        <a:off x="1652725" y="1086285"/>
        <a:ext cx="1406250" cy="562500"/>
      </dsp:txXfrm>
    </dsp:sp>
    <dsp:sp modelId="{64686194-FB4C-4C8D-AAC5-917909C723DF}">
      <dsp:nvSpPr>
        <dsp:cNvPr id="0" name=""/>
        <dsp:cNvSpPr/>
      </dsp:nvSpPr>
      <dsp:spPr>
        <a:xfrm>
          <a:off x="3691787" y="234524"/>
          <a:ext cx="632812" cy="63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BF26A-DFC2-49D1-9571-C6926ADDC6A0}">
      <dsp:nvSpPr>
        <dsp:cNvPr id="0" name=""/>
        <dsp:cNvSpPr/>
      </dsp:nvSpPr>
      <dsp:spPr>
        <a:xfrm>
          <a:off x="3305068" y="108628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Cinemachine (FreeLook or similar) handles smooth orbiting and following of the player.</a:t>
          </a:r>
        </a:p>
      </dsp:txBody>
      <dsp:txXfrm>
        <a:off x="3305068" y="1086285"/>
        <a:ext cx="1406250" cy="562500"/>
      </dsp:txXfrm>
    </dsp:sp>
    <dsp:sp modelId="{F07A4E6B-90DF-4941-918E-B4657DE3FCC2}">
      <dsp:nvSpPr>
        <dsp:cNvPr id="0" name=""/>
        <dsp:cNvSpPr/>
      </dsp:nvSpPr>
      <dsp:spPr>
        <a:xfrm>
          <a:off x="1213271" y="2000347"/>
          <a:ext cx="632812" cy="6328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A4403-E731-4F25-A497-BB30B7BBF9FA}">
      <dsp:nvSpPr>
        <dsp:cNvPr id="0" name=""/>
        <dsp:cNvSpPr/>
      </dsp:nvSpPr>
      <dsp:spPr>
        <a:xfrm>
          <a:off x="826553" y="285210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CharacterController (not Rigidbody) is used for stable movement and ground checks.</a:t>
          </a:r>
        </a:p>
      </dsp:txBody>
      <dsp:txXfrm>
        <a:off x="826553" y="2852108"/>
        <a:ext cx="1406250" cy="562500"/>
      </dsp:txXfrm>
    </dsp:sp>
    <dsp:sp modelId="{7D2098DC-5126-464D-A9F7-641FFA0567BF}">
      <dsp:nvSpPr>
        <dsp:cNvPr id="0" name=""/>
        <dsp:cNvSpPr/>
      </dsp:nvSpPr>
      <dsp:spPr>
        <a:xfrm>
          <a:off x="2865615" y="2000347"/>
          <a:ext cx="632812" cy="6328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EC4AA-6164-42ED-8B6C-EF30B1E14629}">
      <dsp:nvSpPr>
        <dsp:cNvPr id="0" name=""/>
        <dsp:cNvSpPr/>
      </dsp:nvSpPr>
      <dsp:spPr>
        <a:xfrm>
          <a:off x="2478896" y="285210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Animator blend tree uses Speed parameter to smoothly blend idle/walk/run animations.</a:t>
          </a:r>
        </a:p>
      </dsp:txBody>
      <dsp:txXfrm>
        <a:off x="2478896" y="2852108"/>
        <a:ext cx="1406250" cy="56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6A607-0373-43E5-A7D1-5520993C2842}">
      <dsp:nvSpPr>
        <dsp:cNvPr id="0" name=""/>
        <dsp:cNvSpPr/>
      </dsp:nvSpPr>
      <dsp:spPr>
        <a:xfrm>
          <a:off x="0" y="245797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HealthSystem is a singleton (HealthSystem.Instance) attached to the Player.</a:t>
          </a:r>
        </a:p>
      </dsp:txBody>
      <dsp:txXfrm>
        <a:off x="0" y="245797"/>
        <a:ext cx="2428875" cy="1457324"/>
      </dsp:txXfrm>
    </dsp:sp>
    <dsp:sp modelId="{BF093602-C5BB-489D-AD60-A4D469DB338E}">
      <dsp:nvSpPr>
        <dsp:cNvPr id="0" name=""/>
        <dsp:cNvSpPr/>
      </dsp:nvSpPr>
      <dsp:spPr>
        <a:xfrm>
          <a:off x="2671762" y="245797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Stores current and maximum hit points (hitPoint / maxHitPoint).</a:t>
          </a:r>
        </a:p>
      </dsp:txBody>
      <dsp:txXfrm>
        <a:off x="2671762" y="245797"/>
        <a:ext cx="2428875" cy="1457324"/>
      </dsp:txXfrm>
    </dsp:sp>
    <dsp:sp modelId="{7E9F2FBB-C4FB-4D71-9119-5856CAC07810}">
      <dsp:nvSpPr>
        <dsp:cNvPr id="0" name=""/>
        <dsp:cNvSpPr/>
      </dsp:nvSpPr>
      <dsp:spPr>
        <a:xfrm>
          <a:off x="5343525" y="245797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Optionally supports mana, but current gameplay focuses only on health.</a:t>
          </a:r>
        </a:p>
      </dsp:txBody>
      <dsp:txXfrm>
        <a:off x="5343525" y="245797"/>
        <a:ext cx="2428875" cy="1457324"/>
      </dsp:txXfrm>
    </dsp:sp>
    <dsp:sp modelId="{84A74C75-5E53-463F-8231-8EBC10F93951}">
      <dsp:nvSpPr>
        <dsp:cNvPr id="0" name=""/>
        <dsp:cNvSpPr/>
      </dsp:nvSpPr>
      <dsp:spPr>
        <a:xfrm>
          <a:off x="1335881" y="1946010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Provides public methods: TakeDamage(), HealDamage(), SetMaxHealth(), etc.</a:t>
          </a:r>
        </a:p>
      </dsp:txBody>
      <dsp:txXfrm>
        <a:off x="1335881" y="1946010"/>
        <a:ext cx="2428875" cy="1457324"/>
      </dsp:txXfrm>
    </dsp:sp>
    <dsp:sp modelId="{C72B8792-940D-48E3-BE71-28C8C9B6B6C0}">
      <dsp:nvSpPr>
        <dsp:cNvPr id="0" name=""/>
        <dsp:cNvSpPr/>
      </dsp:nvSpPr>
      <dsp:spPr>
        <a:xfrm>
          <a:off x="4007643" y="1946010"/>
          <a:ext cx="2428875" cy="1457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Central entry point for all damage and healing in the game.</a:t>
          </a:r>
        </a:p>
      </dsp:txBody>
      <dsp:txXfrm>
        <a:off x="4007643" y="1946010"/>
        <a:ext cx="2428875" cy="1457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9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3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5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5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1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7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4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8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44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72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79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96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77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64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6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98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598" y="639097"/>
            <a:ext cx="3592258" cy="3746634"/>
          </a:xfrm>
        </p:spPr>
        <p:txBody>
          <a:bodyPr>
            <a:normAutofit/>
          </a:bodyPr>
          <a:lstStyle/>
          <a:p>
            <a:r>
              <a:t>Game Logic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598" y="4385732"/>
            <a:ext cx="3610077" cy="1838087"/>
          </a:xfrm>
        </p:spPr>
        <p:txBody>
          <a:bodyPr>
            <a:normAutofit/>
          </a:bodyPr>
          <a:lstStyle/>
          <a:p>
            <a:r>
              <a:t>Third-Person Hero, Shark Enemy, Dinosaur Boss, Homing Rockets, Health System</a:t>
            </a:r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90FC1DD5-67A3-146B-5085-4DEA87E8E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7454" y="1374844"/>
            <a:ext cx="4103945" cy="410394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Core Gameplay Loop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54B99A-7451-8FD1-A953-F5681A005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21" r="30896"/>
          <a:stretch>
            <a:fillRect/>
          </a:stretch>
        </p:blipFill>
        <p:spPr>
          <a:xfrm>
            <a:off x="5693202" y="990600"/>
            <a:ext cx="2584285" cy="480059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B78223-0FE1-36C9-AE70-0CB6B25EB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028448"/>
              </p:ext>
            </p:extLst>
          </p:nvPr>
        </p:nvGraphicFramePr>
        <p:xfrm>
          <a:off x="514351" y="2142067"/>
          <a:ext cx="47117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Player Controller &amp; Camera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F51306-328F-D96A-1F06-A20E1D9AAC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1" r="3" b="3"/>
          <a:stretch>
            <a:fillRect/>
          </a:stretch>
        </p:blipFill>
        <p:spPr>
          <a:xfrm>
            <a:off x="5693202" y="990600"/>
            <a:ext cx="2584285" cy="480059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FA8C26C-CF73-10EB-7339-8587D7D68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229636"/>
              </p:ext>
            </p:extLst>
          </p:nvPr>
        </p:nvGraphicFramePr>
        <p:xfrm>
          <a:off x="514351" y="2142067"/>
          <a:ext cx="47117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System –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BF5132-A8DF-32D6-C857-7DE505F6E7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142068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2855CD-CA02-26CA-6ADE-37CCC4785D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8260" y="291162"/>
            <a:ext cx="1930474" cy="1551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System – UI, Regen &amp; Death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Updates health bar and health globe positions based on hitPoint / maxHitPoint ratio.</a:t>
            </a:r>
          </a:p>
          <a:p>
            <a:pPr>
              <a:defRPr sz="2200"/>
            </a:pPr>
            <a:r>
              <a:t>Text label shows current HP and max HP (e.g. '75 / 100').</a:t>
            </a:r>
          </a:p>
          <a:p>
            <a:pPr>
              <a:defRPr sz="2200"/>
            </a:pPr>
            <a:r>
              <a:t>Optional regeneration tick uses a timer (regenUpdateInterval) to heal over time.</a:t>
            </a:r>
          </a:p>
          <a:p>
            <a:pPr>
              <a:defRPr sz="2200"/>
            </a:pPr>
            <a:r>
              <a:t>TakeDamage() triggers hurt VFX/SFX and a short coroutine (PlayerHurts).</a:t>
            </a:r>
          </a:p>
          <a:p>
            <a:pPr>
              <a:defRPr sz="2200"/>
            </a:pPr>
            <a:r>
              <a:t>When hitPoint reaches 0, PlayerDied coroutine runs, playing death feedback and allowing respawn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921" y="1721008"/>
            <a:ext cx="3914173" cy="3415985"/>
          </a:xfrm>
        </p:spPr>
        <p:txBody>
          <a:bodyPr anchor="ctr">
            <a:normAutofit/>
          </a:bodyPr>
          <a:lstStyle/>
          <a:p>
            <a:r>
              <a:rPr lang="en-US" sz="3600"/>
              <a:t>Shark Enemy – Movement &amp; Targeting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57250"/>
            <a:ext cx="3973322" cy="51435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200"/>
              <a:t>Shark starts in a patrol state, swimming along a spiral path around its origin position.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Patrol uses patrolBaseRadius + animated offset to create a dynamic circular path.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Vertical bobbing and wobble add life-like motion to the shark’s movement.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When the Player enters detectionRadius, shark switches to chase mode with spiral-orbit behaviour.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ChaseSpiral blends direction-to-player with a tangent vector for orbit-style movement.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Shark Enemy – Damage &amp; Lifetime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262D06-E1C8-DD4C-722C-612816934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8" y="1752283"/>
            <a:ext cx="5173408" cy="336271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400"/>
              <a:t>OnTriggerEnter/Stay and OnCollisionEnter call TryDamagePlayer().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400"/>
              <a:t>Checks for the Player tag and respects a damage cooldown (damageInterval).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400"/>
              <a:t>If HealthSystem.Instance exists, shark calls TakeDamage(contactDamage).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400"/>
              <a:t>Bite VFX/SFX are spawned at the contact point to visualize attacks.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400"/>
              <a:t>Optional lifeTime causes the shark to despawn after a duration, optionally healing the player via HealOnDespawn.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921" y="1721008"/>
            <a:ext cx="3914173" cy="3415985"/>
          </a:xfrm>
        </p:spPr>
        <p:txBody>
          <a:bodyPr anchor="ctr">
            <a:normAutofit/>
          </a:bodyPr>
          <a:lstStyle/>
          <a:p>
            <a:r>
              <a:rPr lang="en-US" sz="3600"/>
              <a:t>Dinosaur Boss – Navigation &amp; Attack State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57250"/>
            <a:ext cx="3973322" cy="51435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200"/>
              <a:t>Uses NavMeshAgent + CharacterController for navigation on a baked NavMesh.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Agent calculates desiredVelocity; CharacterController.Move() applies it with gravity.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Dino tracks the player within detectionRadius and faces them with smooth rotation.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When within attackDistance and attackCooldown is ready, the dino enters attack state.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Attack state plays roar SFX, sets Animator bool/trigger, and eventually calls FireRocket() via Animation Event.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t>Dinosaur Boss – Rockets &amp; Melee Damage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200"/>
              <a:t>FireRocket() instantiates a HomingRocket prefab at the firePoint transform.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Rocket is initialized with target, speed and lifeTime from DinosaurController.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Muzzle flash VFX and shoot SFX are played at the moment of firing.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Optional melee damage: OnControllerColliderHit / OnCollisionEnter can hurt the player on direct contact.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200"/>
              <a:t>contactDamage and contactDamageInterval control how dangerous close-range interaction is.</a:t>
            </a:r>
          </a:p>
        </p:txBody>
      </p:sp>
      <p:pic>
        <p:nvPicPr>
          <p:cNvPr id="6" name="Рисунок 5" descr="Изображение выглядит как Компьютерная игра, Программное обеспечение для видеоигр, мультфильм, Приключенческая иг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0CA439-25D7-B3A5-F732-8BC42D5FF2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21" b="15531"/>
          <a:stretch>
            <a:fillRect/>
          </a:stretch>
        </p:blipFill>
        <p:spPr>
          <a:xfrm>
            <a:off x="3967314" y="1092952"/>
            <a:ext cx="4571694" cy="45098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/>
              <a:t>Homing Rocket – Tracking &amp; Impact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500" dirty="0"/>
              <a:t>Awake() sets life timer and plays launch SFX, then starts a flying loop sound (optional).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 dirty="0"/>
              <a:t>Update() rotates the rocket towards the target each frame using </a:t>
            </a:r>
            <a:r>
              <a:rPr lang="en-US" sz="1500" dirty="0" err="1"/>
              <a:t>Quaternion.Slerp</a:t>
            </a:r>
            <a:r>
              <a:rPr lang="en-US" sz="1500" dirty="0"/>
              <a:t>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 dirty="0"/>
              <a:t>A wobble component adds sinusoidal offset for a more interesting flight path.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 dirty="0" err="1"/>
              <a:t>OnTriggerEnter</a:t>
            </a:r>
            <a:r>
              <a:rPr lang="en-US" sz="1500" dirty="0"/>
              <a:t> / </a:t>
            </a:r>
            <a:r>
              <a:rPr lang="en-US" sz="1500" dirty="0" err="1"/>
              <a:t>OnCollisionEnter</a:t>
            </a:r>
            <a:r>
              <a:rPr lang="en-US" sz="1500" dirty="0"/>
              <a:t> call </a:t>
            </a:r>
            <a:r>
              <a:rPr lang="en-US" sz="1500" dirty="0" err="1"/>
              <a:t>HandleHit</a:t>
            </a:r>
            <a:r>
              <a:rPr lang="en-US" sz="1500" dirty="0"/>
              <a:t>(), which checks if the hit object is the Player.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 dirty="0"/>
              <a:t>If Player is hit, </a:t>
            </a:r>
            <a:r>
              <a:rPr lang="en-US" sz="1500" dirty="0" err="1"/>
              <a:t>HealthSystem.Instance.TakeDamage</a:t>
            </a:r>
            <a:r>
              <a:rPr lang="en-US" sz="1500" dirty="0"/>
              <a:t>(damage) is called, hit VFX/SFX play, then Explode() spawns explosion VFX/SFX and destroys the rocket.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5711F4-AFE9-16FD-56C8-F7F6EA111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988" y="357542"/>
            <a:ext cx="3286584" cy="1362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/>
              <a:t>VFX / SFX Integration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700"/>
              <a:t>Each major event (spawn, bite, rocket launch, rocket hit, death) has dedicated VFX/SFX hooks.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700"/>
              <a:t>AudioSource components on Shark, Dinosaur, Rocket and Player play context-specific clips.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700"/>
              <a:t>Particles and prefab VFX are instantiated at impact points or character positions and destroyed after a short lifetime.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700"/>
              <a:t>This separation of logic and visuals makes it easy to swap assets without touching core code.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700"/>
              <a:t>Consistent feedback loop: every damage, heal, spawn or death event is both visible and audible.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/>
              <a:t>Technical Glue – Tags, Colliders, Singletons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500"/>
              <a:t>Player object uses the 'Player' tag; all enemy scripts rely on this tag for damage checks.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/>
              <a:t>Colliders and, where needed, Rigidbody components ensure Unity collision/trigger events fire.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/>
              <a:t>HealthSystem uses a singleton pattern, so any script can call HealthSystem.Instance.TakeDamage().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/>
              <a:t>Timers (cooldowns, lifetimes, regen intervals) control pacing without complex state machines.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500"/>
              <a:t>This structure keeps gameplay logic modular: new enemies can re-use HealthSystem and damage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57300"/>
            <a:ext cx="8115300" cy="882819"/>
          </a:xfrm>
        </p:spPr>
        <p:txBody>
          <a:bodyPr anchor="b">
            <a:normAutofit/>
          </a:bodyPr>
          <a:lstStyle/>
          <a:p>
            <a:pPr algn="ctr"/>
            <a:r>
              <a:rPr lang="en-US" sz="3300"/>
              <a:t>Extensibility &amp; Future Features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129" y="2687849"/>
            <a:ext cx="8115300" cy="2660481"/>
          </a:xfrm>
        </p:spPr>
        <p:txBody>
          <a:bodyPr anchor="t">
            <a:normAutofit/>
          </a:bodyPr>
          <a:lstStyle/>
          <a:p>
            <a:pPr>
              <a:defRPr sz="2200"/>
            </a:pPr>
            <a:r>
              <a:rPr lang="en-US" sz="1500"/>
              <a:t>Add more enemy types that follow the same pattern: AI movement + damage hooks into HealthSystem.</a:t>
            </a:r>
          </a:p>
          <a:p>
            <a:pPr>
              <a:defRPr sz="2200"/>
            </a:pPr>
            <a:r>
              <a:rPr lang="en-US" sz="1500"/>
              <a:t>Introduce items and pickups that heal, buff, or protect the player using HealDamage()/SetMaxHealth().</a:t>
            </a:r>
          </a:p>
          <a:p>
            <a:pPr>
              <a:defRPr sz="2200"/>
            </a:pPr>
            <a:r>
              <a:rPr lang="en-US" sz="1500"/>
              <a:t>Implement death/respawn flows: fade out, reload scene, or checkpoint system.</a:t>
            </a:r>
          </a:p>
          <a:p>
            <a:pPr>
              <a:defRPr sz="2200"/>
            </a:pPr>
            <a:r>
              <a:rPr lang="en-US" sz="1500"/>
              <a:t>Expand UI with hit indicators, damage numbers and boss health bars using existing event hooks.</a:t>
            </a:r>
          </a:p>
          <a:p>
            <a:pPr>
              <a:defRPr sz="2200"/>
            </a:pPr>
            <a:r>
              <a:rPr lang="en-US" sz="1500"/>
              <a:t>Refine difficulty by tuning damage values, cooldowns, detection radii and regeneration speed.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948</TotalTime>
  <Words>990</Words>
  <Application>Microsoft Office PowerPoint</Application>
  <PresentationFormat>Экран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Небесная</vt:lpstr>
      <vt:lpstr>Game Logic Overview</vt:lpstr>
      <vt:lpstr>Core Gameplay Loop</vt:lpstr>
      <vt:lpstr>Player Controller &amp; Camera</vt:lpstr>
      <vt:lpstr>Health System – Structure</vt:lpstr>
      <vt:lpstr>Health System – UI, Regen &amp; Death</vt:lpstr>
      <vt:lpstr>Shark Enemy – Movement &amp; Targeting</vt:lpstr>
      <vt:lpstr>Shark Enemy – Damage &amp; Lifetime</vt:lpstr>
      <vt:lpstr>Dinosaur Boss – Navigation &amp; Attack State</vt:lpstr>
      <vt:lpstr>Dinosaur Boss – Rockets &amp; Melee Damage</vt:lpstr>
      <vt:lpstr>Homing Rocket – Tracking &amp; Impact</vt:lpstr>
      <vt:lpstr>VFX / SFX Integration</vt:lpstr>
      <vt:lpstr>Technical Glue – Tags, Colliders, Singletons</vt:lpstr>
      <vt:lpstr>Extensibility &amp; Future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Kajibek Aset</dc:creator>
  <cp:keywords/>
  <dc:description>generated using python-pptx</dc:description>
  <cp:lastModifiedBy>Asset Kazhybek</cp:lastModifiedBy>
  <cp:revision>2</cp:revision>
  <dcterms:created xsi:type="dcterms:W3CDTF">2013-01-27T09:14:16Z</dcterms:created>
  <dcterms:modified xsi:type="dcterms:W3CDTF">2025-12-01T02:45:19Z</dcterms:modified>
  <cp:category/>
</cp:coreProperties>
</file>